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5"/>
  </p:notesMasterIdLst>
  <p:sldIdLst>
    <p:sldId id="256" r:id="rId2"/>
    <p:sldId id="260" r:id="rId3"/>
    <p:sldId id="305" r:id="rId4"/>
    <p:sldId id="324" r:id="rId5"/>
    <p:sldId id="321" r:id="rId6"/>
    <p:sldId id="325" r:id="rId7"/>
    <p:sldId id="326" r:id="rId8"/>
    <p:sldId id="327" r:id="rId9"/>
    <p:sldId id="328" r:id="rId10"/>
    <p:sldId id="329" r:id="rId11"/>
    <p:sldId id="330" r:id="rId12"/>
    <p:sldId id="323" r:id="rId13"/>
    <p:sldId id="331" r:id="rId14"/>
  </p:sldIdLst>
  <p:sldSz cx="9144000" cy="5143500" type="screen16x9"/>
  <p:notesSz cx="6858000" cy="9144000"/>
  <p:embeddedFontLst>
    <p:embeddedFont>
      <p:font typeface="Akatab" panose="02000000000000000000"/>
      <p:regular r:id="rId16"/>
      <p:bold r:id="rId17"/>
    </p:embeddedFont>
    <p:embeddedFont>
      <p:font typeface="Castoro" panose="02000000000000000000"/>
      <p:regular r:id="rId18"/>
      <p:italic r:id="rId19"/>
    </p:embeddedFont>
    <p:embeddedFont>
      <p:font typeface="Nunito Light" pitchFamily="2" charset="77"/>
      <p:regular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781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A94FD9-8814-BE4A-ACD8-5D5BAFBDCE10}" v="22" dt="2026-07-27T21:52:50.143"/>
  </p1510:revLst>
</p1510:revInfo>
</file>

<file path=ppt/tableStyles.xml><?xml version="1.0" encoding="utf-8"?>
<a:tblStyleLst xmlns:a="http://schemas.openxmlformats.org/drawingml/2006/main" def="{52A09878-C252-4978-8B9A-1D30E2B87256}">
  <a:tblStyle styleId="{52A09878-C252-4978-8B9A-1D30E2B8725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F5F5A77-3DBA-4448-B08D-525436E04686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93D81CF-94F2-401A-BA57-92F5A7B2D0C5}" styleName="Estilo medio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Estilo medio 1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93"/>
    <p:restoredTop sz="94684"/>
  </p:normalViewPr>
  <p:slideViewPr>
    <p:cSldViewPr snapToGrid="0">
      <p:cViewPr varScale="1">
        <p:scale>
          <a:sx n="200" d="100"/>
          <a:sy n="200" d="100"/>
        </p:scale>
        <p:origin x="184" y="176"/>
      </p:cViewPr>
      <p:guideLst/>
    </p:cSldViewPr>
  </p:slideViewPr>
  <p:outlineViewPr>
    <p:cViewPr>
      <p:scale>
        <a:sx n="33" d="100"/>
        <a:sy n="33" d="100"/>
      </p:scale>
      <p:origin x="0" y="-19688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COLAS ESLEYDER CAYTUIRO SILVA" userId="0c99d39f491f478a" providerId="LiveId" clId="{487AF15E-9AD2-59B3-9353-6676CDD91E60}"/>
    <pc:docChg chg="undo redo custSel addSld delSld modSld sldOrd delMainMaster">
      <pc:chgData name="NICOLAS ESLEYDER CAYTUIRO SILVA" userId="0c99d39f491f478a" providerId="LiveId" clId="{487AF15E-9AD2-59B3-9353-6676CDD91E60}" dt="2026-07-27T22:10:12.228" v="27168" actId="20577"/>
      <pc:docMkLst>
        <pc:docMk/>
      </pc:docMkLst>
      <pc:sldChg chg="modSp mod">
        <pc:chgData name="NICOLAS ESLEYDER CAYTUIRO SILVA" userId="0c99d39f491f478a" providerId="LiveId" clId="{487AF15E-9AD2-59B3-9353-6676CDD91E60}" dt="2026-07-23T20:05:29.467" v="17864" actId="20577"/>
        <pc:sldMkLst>
          <pc:docMk/>
          <pc:sldMk cId="0" sldId="256"/>
        </pc:sldMkLst>
        <pc:spChg chg="mod">
          <ac:chgData name="NICOLAS ESLEYDER CAYTUIRO SILVA" userId="0c99d39f491f478a" providerId="LiveId" clId="{487AF15E-9AD2-59B3-9353-6676CDD91E60}" dt="2026-07-23T20:05:29.467" v="17864" actId="20577"/>
          <ac:spMkLst>
            <pc:docMk/>
            <pc:sldMk cId="0" sldId="256"/>
            <ac:spMk id="248" creationId="{00000000-0000-0000-0000-000000000000}"/>
          </ac:spMkLst>
        </pc:spChg>
        <pc:spChg chg="mod">
          <ac:chgData name="NICOLAS ESLEYDER CAYTUIRO SILVA" userId="0c99d39f491f478a" providerId="LiveId" clId="{487AF15E-9AD2-59B3-9353-6676CDD91E60}" dt="2026-07-08T21:05:01.918" v="173" actId="790"/>
          <ac:spMkLst>
            <pc:docMk/>
            <pc:sldMk cId="0" sldId="256"/>
            <ac:spMk id="249" creationId="{00000000-0000-0000-0000-000000000000}"/>
          </ac:spMkLst>
        </pc:spChg>
      </pc:sldChg>
      <pc:sldChg chg="addSp delSp modSp mod">
        <pc:chgData name="NICOLAS ESLEYDER CAYTUIRO SILVA" userId="0c99d39f491f478a" providerId="LiveId" clId="{487AF15E-9AD2-59B3-9353-6676CDD91E60}" dt="2026-07-23T20:11:08.688" v="18674" actId="1076"/>
        <pc:sldMkLst>
          <pc:docMk/>
          <pc:sldMk cId="0" sldId="260"/>
        </pc:sldMkLst>
        <pc:spChg chg="add mod">
          <ac:chgData name="NICOLAS ESLEYDER CAYTUIRO SILVA" userId="0c99d39f491f478a" providerId="LiveId" clId="{487AF15E-9AD2-59B3-9353-6676CDD91E60}" dt="2026-07-23T20:11:08.688" v="18674" actId="1076"/>
          <ac:spMkLst>
            <pc:docMk/>
            <pc:sldMk cId="0" sldId="260"/>
            <ac:spMk id="2" creationId="{EC6D5C5B-0058-992F-9516-E79040525A72}"/>
          </ac:spMkLst>
        </pc:spChg>
        <pc:spChg chg="mod">
          <ac:chgData name="NICOLAS ESLEYDER CAYTUIRO SILVA" userId="0c99d39f491f478a" providerId="LiveId" clId="{487AF15E-9AD2-59B3-9353-6676CDD91E60}" dt="2026-07-09T03:20:10.617" v="193" actId="20577"/>
          <ac:spMkLst>
            <pc:docMk/>
            <pc:sldMk cId="0" sldId="260"/>
            <ac:spMk id="293" creationId="{00000000-0000-0000-0000-000000000000}"/>
          </ac:spMkLst>
        </pc:spChg>
        <pc:spChg chg="mod">
          <ac:chgData name="NICOLAS ESLEYDER CAYTUIRO SILVA" userId="0c99d39f491f478a" providerId="LiveId" clId="{487AF15E-9AD2-59B3-9353-6676CDD91E60}" dt="2026-07-23T20:08:55.675" v="18435" actId="14100"/>
          <ac:spMkLst>
            <pc:docMk/>
            <pc:sldMk cId="0" sldId="260"/>
            <ac:spMk id="294" creationId="{00000000-0000-0000-0000-000000000000}"/>
          </ac:spMkLst>
        </pc:spChg>
      </pc:sldChg>
      <pc:sldChg chg="addSp delSp modSp add mod">
        <pc:chgData name="NICOLAS ESLEYDER CAYTUIRO SILVA" userId="0c99d39f491f478a" providerId="LiveId" clId="{487AF15E-9AD2-59B3-9353-6676CDD91E60}" dt="2026-07-27T21:29:55.828" v="25834" actId="1076"/>
        <pc:sldMkLst>
          <pc:docMk/>
          <pc:sldMk cId="1273345708" sldId="305"/>
        </pc:sldMkLst>
        <pc:spChg chg="add del mod">
          <ac:chgData name="NICOLAS ESLEYDER CAYTUIRO SILVA" userId="0c99d39f491f478a" providerId="LiveId" clId="{487AF15E-9AD2-59B3-9353-6676CDD91E60}" dt="2026-07-27T21:24:49.417" v="25208" actId="478"/>
          <ac:spMkLst>
            <pc:docMk/>
            <pc:sldMk cId="1273345708" sldId="305"/>
            <ac:spMk id="2" creationId="{E0885D3F-2215-CC82-90EB-1BC13FB9CAF4}"/>
          </ac:spMkLst>
        </pc:spChg>
        <pc:spChg chg="add del mod">
          <ac:chgData name="NICOLAS ESLEYDER CAYTUIRO SILVA" userId="0c99d39f491f478a" providerId="LiveId" clId="{487AF15E-9AD2-59B3-9353-6676CDD91E60}" dt="2026-07-27T21:26:11.022" v="25280" actId="478"/>
          <ac:spMkLst>
            <pc:docMk/>
            <pc:sldMk cId="1273345708" sldId="305"/>
            <ac:spMk id="3" creationId="{5BB20777-C3CC-2FEE-D3E2-9350B07E7B52}"/>
          </ac:spMkLst>
        </pc:spChg>
        <pc:spChg chg="add mod">
          <ac:chgData name="NICOLAS ESLEYDER CAYTUIRO SILVA" userId="0c99d39f491f478a" providerId="LiveId" clId="{487AF15E-9AD2-59B3-9353-6676CDD91E60}" dt="2026-07-27T21:29:55.828" v="25834" actId="1076"/>
          <ac:spMkLst>
            <pc:docMk/>
            <pc:sldMk cId="1273345708" sldId="305"/>
            <ac:spMk id="4" creationId="{0C696228-CFDD-CB58-52F2-F36497293B3A}"/>
          </ac:spMkLst>
        </pc:spChg>
        <pc:spChg chg="mod">
          <ac:chgData name="NICOLAS ESLEYDER CAYTUIRO SILVA" userId="0c99d39f491f478a" providerId="LiveId" clId="{487AF15E-9AD2-59B3-9353-6676CDD91E60}" dt="2026-07-27T21:26:19.680" v="25282" actId="14100"/>
          <ac:spMkLst>
            <pc:docMk/>
            <pc:sldMk cId="1273345708" sldId="305"/>
            <ac:spMk id="294" creationId="{AF7EAB86-41FD-C735-1F23-C08DC230726A}"/>
          </ac:spMkLst>
        </pc:spChg>
      </pc:sldChg>
      <pc:sldChg chg="addSp delSp modSp add del mod ord">
        <pc:chgData name="NICOLAS ESLEYDER CAYTUIRO SILVA" userId="0c99d39f491f478a" providerId="LiveId" clId="{487AF15E-9AD2-59B3-9353-6676CDD91E60}" dt="2026-07-27T21:46:02.086" v="25843" actId="2696"/>
        <pc:sldMkLst>
          <pc:docMk/>
          <pc:sldMk cId="884483036" sldId="314"/>
        </pc:sldMkLst>
      </pc:sldChg>
      <pc:sldChg chg="addSp delSp modSp add del mod ord">
        <pc:chgData name="NICOLAS ESLEYDER CAYTUIRO SILVA" userId="0c99d39f491f478a" providerId="LiveId" clId="{487AF15E-9AD2-59B3-9353-6676CDD91E60}" dt="2026-07-27T21:31:13.917" v="25841" actId="1076"/>
        <pc:sldMkLst>
          <pc:docMk/>
          <pc:sldMk cId="3524572698" sldId="321"/>
        </pc:sldMkLst>
        <pc:spChg chg="add mod">
          <ac:chgData name="NICOLAS ESLEYDER CAYTUIRO SILVA" userId="0c99d39f491f478a" providerId="LiveId" clId="{487AF15E-9AD2-59B3-9353-6676CDD91E60}" dt="2026-07-27T21:31:13.917" v="25841" actId="1076"/>
          <ac:spMkLst>
            <pc:docMk/>
            <pc:sldMk cId="3524572698" sldId="321"/>
            <ac:spMk id="2" creationId="{624F5BCD-CB64-B96B-521A-28A4321E1937}"/>
          </ac:spMkLst>
        </pc:spChg>
        <pc:spChg chg="add mod">
          <ac:chgData name="NICOLAS ESLEYDER CAYTUIRO SILVA" userId="0c99d39f491f478a" providerId="LiveId" clId="{487AF15E-9AD2-59B3-9353-6676CDD91E60}" dt="2026-07-25T03:31:02.513" v="20659" actId="1076"/>
          <ac:spMkLst>
            <pc:docMk/>
            <pc:sldMk cId="3524572698" sldId="321"/>
            <ac:spMk id="3" creationId="{89DDA9EB-645B-9FD6-9BBF-E180E99B1DBB}"/>
          </ac:spMkLst>
        </pc:spChg>
        <pc:spChg chg="add mod">
          <ac:chgData name="NICOLAS ESLEYDER CAYTUIRO SILVA" userId="0c99d39f491f478a" providerId="LiveId" clId="{487AF15E-9AD2-59B3-9353-6676CDD91E60}" dt="2026-07-27T21:31:13.917" v="25841" actId="1076"/>
          <ac:spMkLst>
            <pc:docMk/>
            <pc:sldMk cId="3524572698" sldId="321"/>
            <ac:spMk id="5" creationId="{235B6ACC-3519-8BA3-498F-CAC1EE2C31B4}"/>
          </ac:spMkLst>
        </pc:spChg>
        <pc:spChg chg="mod">
          <ac:chgData name="NICOLAS ESLEYDER CAYTUIRO SILVA" userId="0c99d39f491f478a" providerId="LiveId" clId="{487AF15E-9AD2-59B3-9353-6676CDD91E60}" dt="2026-07-25T03:20:36.115" v="19491" actId="20577"/>
          <ac:spMkLst>
            <pc:docMk/>
            <pc:sldMk cId="3524572698" sldId="321"/>
            <ac:spMk id="293" creationId="{69E8797F-15CB-C822-6FC6-2C8C2236D91F}"/>
          </ac:spMkLst>
        </pc:spChg>
        <pc:spChg chg="add del mod">
          <ac:chgData name="NICOLAS ESLEYDER CAYTUIRO SILVA" userId="0c99d39f491f478a" providerId="LiveId" clId="{487AF15E-9AD2-59B3-9353-6676CDD91E60}" dt="2026-07-27T21:31:07.190" v="25840" actId="1076"/>
          <ac:spMkLst>
            <pc:docMk/>
            <pc:sldMk cId="3524572698" sldId="321"/>
            <ac:spMk id="294" creationId="{9F4E5311-8C56-825B-EBD4-EF44FD9D6657}"/>
          </ac:spMkLst>
        </pc:spChg>
      </pc:sldChg>
      <pc:sldChg chg="addSp delSp modSp add del mod ord">
        <pc:chgData name="NICOLAS ESLEYDER CAYTUIRO SILVA" userId="0c99d39f491f478a" providerId="LiveId" clId="{487AF15E-9AD2-59B3-9353-6676CDD91E60}" dt="2026-07-27T22:10:12.228" v="27168" actId="20577"/>
        <pc:sldMkLst>
          <pc:docMk/>
          <pc:sldMk cId="3649334773" sldId="323"/>
        </pc:sldMkLst>
        <pc:spChg chg="add mod">
          <ac:chgData name="NICOLAS ESLEYDER CAYTUIRO SILVA" userId="0c99d39f491f478a" providerId="LiveId" clId="{487AF15E-9AD2-59B3-9353-6676CDD91E60}" dt="2026-07-27T21:53:23.478" v="25984" actId="20577"/>
          <ac:spMkLst>
            <pc:docMk/>
            <pc:sldMk cId="3649334773" sldId="323"/>
            <ac:spMk id="2" creationId="{C8280077-1877-8390-1DE5-B528EDFA20B7}"/>
          </ac:spMkLst>
        </pc:spChg>
        <pc:spChg chg="mod">
          <ac:chgData name="NICOLAS ESLEYDER CAYTUIRO SILVA" userId="0c99d39f491f478a" providerId="LiveId" clId="{487AF15E-9AD2-59B3-9353-6676CDD91E60}" dt="2026-07-27T21:47:18.640" v="25882" actId="20577"/>
          <ac:spMkLst>
            <pc:docMk/>
            <pc:sldMk cId="3649334773" sldId="323"/>
            <ac:spMk id="293" creationId="{E71CBCE7-9429-01E9-3F36-A83526BB911D}"/>
          </ac:spMkLst>
        </pc:spChg>
        <pc:graphicFrameChg chg="add mod modGraphic">
          <ac:chgData name="NICOLAS ESLEYDER CAYTUIRO SILVA" userId="0c99d39f491f478a" providerId="LiveId" clId="{487AF15E-9AD2-59B3-9353-6676CDD91E60}" dt="2026-07-27T22:10:12.228" v="27168" actId="20577"/>
          <ac:graphicFrameMkLst>
            <pc:docMk/>
            <pc:sldMk cId="3649334773" sldId="323"/>
            <ac:graphicFrameMk id="6" creationId="{FD87B0CD-4523-8916-AFF5-6B75862D267E}"/>
          </ac:graphicFrameMkLst>
        </pc:graphicFrameChg>
      </pc:sldChg>
      <pc:sldChg chg="addSp delSp modSp add mod">
        <pc:chgData name="NICOLAS ESLEYDER CAYTUIRO SILVA" userId="0c99d39f491f478a" providerId="LiveId" clId="{487AF15E-9AD2-59B3-9353-6676CDD91E60}" dt="2026-07-25T03:19:55.098" v="19443" actId="1035"/>
        <pc:sldMkLst>
          <pc:docMk/>
          <pc:sldMk cId="4218358954" sldId="324"/>
        </pc:sldMkLst>
        <pc:spChg chg="add mod">
          <ac:chgData name="NICOLAS ESLEYDER CAYTUIRO SILVA" userId="0c99d39f491f478a" providerId="LiveId" clId="{487AF15E-9AD2-59B3-9353-6676CDD91E60}" dt="2026-07-25T03:19:55.098" v="19443" actId="1035"/>
          <ac:spMkLst>
            <pc:docMk/>
            <pc:sldMk cId="4218358954" sldId="324"/>
            <ac:spMk id="3" creationId="{A1214F86-7EE4-519C-C765-A500304A5F11}"/>
          </ac:spMkLst>
        </pc:spChg>
        <pc:spChg chg="mod">
          <ac:chgData name="NICOLAS ESLEYDER CAYTUIRO SILVA" userId="0c99d39f491f478a" providerId="LiveId" clId="{487AF15E-9AD2-59B3-9353-6676CDD91E60}" dt="2026-07-25T03:15:03.243" v="18816" actId="20577"/>
          <ac:spMkLst>
            <pc:docMk/>
            <pc:sldMk cId="4218358954" sldId="324"/>
            <ac:spMk id="293" creationId="{621EFC50-71CC-C858-4FFF-B55EB2B4E290}"/>
          </ac:spMkLst>
        </pc:spChg>
        <pc:spChg chg="mod">
          <ac:chgData name="NICOLAS ESLEYDER CAYTUIRO SILVA" userId="0c99d39f491f478a" providerId="LiveId" clId="{487AF15E-9AD2-59B3-9353-6676CDD91E60}" dt="2026-07-25T03:17:55.301" v="19203" actId="20577"/>
          <ac:spMkLst>
            <pc:docMk/>
            <pc:sldMk cId="4218358954" sldId="324"/>
            <ac:spMk id="294" creationId="{7DBCE904-B67E-9EAB-8D19-F2B8A2D64646}"/>
          </ac:spMkLst>
        </pc:spChg>
      </pc:sldChg>
      <pc:sldChg chg="addSp delSp modSp add mod">
        <pc:chgData name="NICOLAS ESLEYDER CAYTUIRO SILVA" userId="0c99d39f491f478a" providerId="LiveId" clId="{487AF15E-9AD2-59B3-9353-6676CDD91E60}" dt="2026-07-25T03:45:46.160" v="21242" actId="1076"/>
        <pc:sldMkLst>
          <pc:docMk/>
          <pc:sldMk cId="4048263479" sldId="325"/>
        </pc:sldMkLst>
        <pc:spChg chg="mod">
          <ac:chgData name="NICOLAS ESLEYDER CAYTUIRO SILVA" userId="0c99d39f491f478a" providerId="LiveId" clId="{487AF15E-9AD2-59B3-9353-6676CDD91E60}" dt="2026-07-25T03:44:01.472" v="21060" actId="14100"/>
          <ac:spMkLst>
            <pc:docMk/>
            <pc:sldMk cId="4048263479" sldId="325"/>
            <ac:spMk id="2" creationId="{4E933393-B480-9D7F-FE91-CBB02EB03696}"/>
          </ac:spMkLst>
        </pc:spChg>
        <pc:spChg chg="mod">
          <ac:chgData name="NICOLAS ESLEYDER CAYTUIRO SILVA" userId="0c99d39f491f478a" providerId="LiveId" clId="{487AF15E-9AD2-59B3-9353-6676CDD91E60}" dt="2026-07-25T03:45:46.160" v="21242" actId="1076"/>
          <ac:spMkLst>
            <pc:docMk/>
            <pc:sldMk cId="4048263479" sldId="325"/>
            <ac:spMk id="3" creationId="{00A268A9-CBB3-7842-F561-794D489FCD28}"/>
          </ac:spMkLst>
        </pc:spChg>
        <pc:spChg chg="mod">
          <ac:chgData name="NICOLAS ESLEYDER CAYTUIRO SILVA" userId="0c99d39f491f478a" providerId="LiveId" clId="{487AF15E-9AD2-59B3-9353-6676CDD91E60}" dt="2026-07-25T03:31:24.236" v="20680" actId="20577"/>
          <ac:spMkLst>
            <pc:docMk/>
            <pc:sldMk cId="4048263479" sldId="325"/>
            <ac:spMk id="5" creationId="{A2FFA64B-3054-93D1-9C0C-4B4E5B7719DE}"/>
          </ac:spMkLst>
        </pc:spChg>
      </pc:sldChg>
      <pc:sldChg chg="delSp modSp add mod">
        <pc:chgData name="NICOLAS ESLEYDER CAYTUIRO SILVA" userId="0c99d39f491f478a" providerId="LiveId" clId="{487AF15E-9AD2-59B3-9353-6676CDD91E60}" dt="2026-07-27T21:30:58.040" v="25839" actId="1076"/>
        <pc:sldMkLst>
          <pc:docMk/>
          <pc:sldMk cId="858999224" sldId="326"/>
        </pc:sldMkLst>
        <pc:spChg chg="mod">
          <ac:chgData name="NICOLAS ESLEYDER CAYTUIRO SILVA" userId="0c99d39f491f478a" providerId="LiveId" clId="{487AF15E-9AD2-59B3-9353-6676CDD91E60}" dt="2026-07-27T21:30:58.040" v="25839" actId="1076"/>
          <ac:spMkLst>
            <pc:docMk/>
            <pc:sldMk cId="858999224" sldId="326"/>
            <ac:spMk id="3" creationId="{4EDFC1CD-CACF-986D-6235-37C0111E1A51}"/>
          </ac:spMkLst>
        </pc:spChg>
        <pc:spChg chg="mod">
          <ac:chgData name="NICOLAS ESLEYDER CAYTUIRO SILVA" userId="0c99d39f491f478a" providerId="LiveId" clId="{487AF15E-9AD2-59B3-9353-6676CDD91E60}" dt="2026-07-25T03:46:27.707" v="21313" actId="20577"/>
          <ac:spMkLst>
            <pc:docMk/>
            <pc:sldMk cId="858999224" sldId="326"/>
            <ac:spMk id="293" creationId="{A371FF41-5818-F7D9-D88A-4230559534DC}"/>
          </ac:spMkLst>
        </pc:spChg>
        <pc:spChg chg="mod">
          <ac:chgData name="NICOLAS ESLEYDER CAYTUIRO SILVA" userId="0c99d39f491f478a" providerId="LiveId" clId="{487AF15E-9AD2-59B3-9353-6676CDD91E60}" dt="2026-07-27T21:30:52.517" v="25838" actId="1076"/>
          <ac:spMkLst>
            <pc:docMk/>
            <pc:sldMk cId="858999224" sldId="326"/>
            <ac:spMk id="294" creationId="{EDA169D3-444D-1330-9563-7C3E1964B903}"/>
          </ac:spMkLst>
        </pc:spChg>
      </pc:sldChg>
      <pc:sldChg chg="modSp add mod">
        <pc:chgData name="NICOLAS ESLEYDER CAYTUIRO SILVA" userId="0c99d39f491f478a" providerId="LiveId" clId="{487AF15E-9AD2-59B3-9353-6676CDD91E60}" dt="2026-07-25T04:04:12.474" v="22487" actId="1076"/>
        <pc:sldMkLst>
          <pc:docMk/>
          <pc:sldMk cId="3421712452" sldId="327"/>
        </pc:sldMkLst>
        <pc:spChg chg="mod">
          <ac:chgData name="NICOLAS ESLEYDER CAYTUIRO SILVA" userId="0c99d39f491f478a" providerId="LiveId" clId="{487AF15E-9AD2-59B3-9353-6676CDD91E60}" dt="2026-07-25T04:04:05.591" v="22486" actId="14100"/>
          <ac:spMkLst>
            <pc:docMk/>
            <pc:sldMk cId="3421712452" sldId="327"/>
            <ac:spMk id="2" creationId="{CBBF5A0D-AA4C-B52D-6545-EFBDB6534C4B}"/>
          </ac:spMkLst>
        </pc:spChg>
        <pc:spChg chg="mod">
          <ac:chgData name="NICOLAS ESLEYDER CAYTUIRO SILVA" userId="0c99d39f491f478a" providerId="LiveId" clId="{487AF15E-9AD2-59B3-9353-6676CDD91E60}" dt="2026-07-25T04:04:12.474" v="22487" actId="1076"/>
          <ac:spMkLst>
            <pc:docMk/>
            <pc:sldMk cId="3421712452" sldId="327"/>
            <ac:spMk id="3" creationId="{3187936E-E299-88DE-7564-55920AC30EC6}"/>
          </ac:spMkLst>
        </pc:spChg>
        <pc:spChg chg="mod">
          <ac:chgData name="NICOLAS ESLEYDER CAYTUIRO SILVA" userId="0c99d39f491f478a" providerId="LiveId" clId="{487AF15E-9AD2-59B3-9353-6676CDD91E60}" dt="2026-07-25T04:01:44.391" v="22024" actId="20577"/>
          <ac:spMkLst>
            <pc:docMk/>
            <pc:sldMk cId="3421712452" sldId="327"/>
            <ac:spMk id="5" creationId="{3EDE2AF0-6D66-DB05-6E14-37489724E13D}"/>
          </ac:spMkLst>
        </pc:spChg>
        <pc:spChg chg="mod">
          <ac:chgData name="NICOLAS ESLEYDER CAYTUIRO SILVA" userId="0c99d39f491f478a" providerId="LiveId" clId="{487AF15E-9AD2-59B3-9353-6676CDD91E60}" dt="2026-07-25T04:01:29.990" v="21997"/>
          <ac:spMkLst>
            <pc:docMk/>
            <pc:sldMk cId="3421712452" sldId="327"/>
            <ac:spMk id="293" creationId="{3D8BA885-FA2B-6088-31A1-4381AD597452}"/>
          </ac:spMkLst>
        </pc:spChg>
      </pc:sldChg>
      <pc:sldChg chg="modSp add mod">
        <pc:chgData name="NICOLAS ESLEYDER CAYTUIRO SILVA" userId="0c99d39f491f478a" providerId="LiveId" clId="{487AF15E-9AD2-59B3-9353-6676CDD91E60}" dt="2026-07-25T04:07:50.939" v="22980" actId="20577"/>
        <pc:sldMkLst>
          <pc:docMk/>
          <pc:sldMk cId="2847389553" sldId="328"/>
        </pc:sldMkLst>
        <pc:spChg chg="mod">
          <ac:chgData name="NICOLAS ESLEYDER CAYTUIRO SILVA" userId="0c99d39f491f478a" providerId="LiveId" clId="{487AF15E-9AD2-59B3-9353-6676CDD91E60}" dt="2026-07-25T04:07:50.939" v="22980" actId="20577"/>
          <ac:spMkLst>
            <pc:docMk/>
            <pc:sldMk cId="2847389553" sldId="328"/>
            <ac:spMk id="2" creationId="{97556FB7-8D0F-9082-A8FC-2520984B7760}"/>
          </ac:spMkLst>
        </pc:spChg>
        <pc:spChg chg="mod">
          <ac:chgData name="NICOLAS ESLEYDER CAYTUIRO SILVA" userId="0c99d39f491f478a" providerId="LiveId" clId="{487AF15E-9AD2-59B3-9353-6676CDD91E60}" dt="2026-07-25T04:04:38.522" v="22501"/>
          <ac:spMkLst>
            <pc:docMk/>
            <pc:sldMk cId="2847389553" sldId="328"/>
            <ac:spMk id="3" creationId="{1C9862FA-96A3-7E8D-130C-55F8C62525A2}"/>
          </ac:spMkLst>
        </pc:spChg>
        <pc:spChg chg="mod">
          <ac:chgData name="NICOLAS ESLEYDER CAYTUIRO SILVA" userId="0c99d39f491f478a" providerId="LiveId" clId="{487AF15E-9AD2-59B3-9353-6676CDD91E60}" dt="2026-07-25T04:04:21.145" v="22500" actId="20577"/>
          <ac:spMkLst>
            <pc:docMk/>
            <pc:sldMk cId="2847389553" sldId="328"/>
            <ac:spMk id="5" creationId="{BC5F8545-1A31-349C-E88E-E895A2543A18}"/>
          </ac:spMkLst>
        </pc:spChg>
      </pc:sldChg>
      <pc:sldChg chg="modSp add mod">
        <pc:chgData name="NICOLAS ESLEYDER CAYTUIRO SILVA" userId="0c99d39f491f478a" providerId="LiveId" clId="{487AF15E-9AD2-59B3-9353-6676CDD91E60}" dt="2026-07-25T04:09:47.353" v="23385" actId="1035"/>
        <pc:sldMkLst>
          <pc:docMk/>
          <pc:sldMk cId="3990018344" sldId="329"/>
        </pc:sldMkLst>
        <pc:spChg chg="mod">
          <ac:chgData name="NICOLAS ESLEYDER CAYTUIRO SILVA" userId="0c99d39f491f478a" providerId="LiveId" clId="{487AF15E-9AD2-59B3-9353-6676CDD91E60}" dt="2026-07-25T04:09:34.690" v="23378" actId="14100"/>
          <ac:spMkLst>
            <pc:docMk/>
            <pc:sldMk cId="3990018344" sldId="329"/>
            <ac:spMk id="2" creationId="{E8BFD79F-F79C-91CD-932B-BCE710578655}"/>
          </ac:spMkLst>
        </pc:spChg>
        <pc:spChg chg="mod">
          <ac:chgData name="NICOLAS ESLEYDER CAYTUIRO SILVA" userId="0c99d39f491f478a" providerId="LiveId" clId="{487AF15E-9AD2-59B3-9353-6676CDD91E60}" dt="2026-07-25T04:09:47.353" v="23385" actId="1035"/>
          <ac:spMkLst>
            <pc:docMk/>
            <pc:sldMk cId="3990018344" sldId="329"/>
            <ac:spMk id="3" creationId="{18D2F98A-413F-C77B-68FF-97D2379F7A7B}"/>
          </ac:spMkLst>
        </pc:spChg>
        <pc:spChg chg="mod">
          <ac:chgData name="NICOLAS ESLEYDER CAYTUIRO SILVA" userId="0c99d39f491f478a" providerId="LiveId" clId="{487AF15E-9AD2-59B3-9353-6676CDD91E60}" dt="2026-07-25T04:04:59.093" v="22507" actId="20577"/>
          <ac:spMkLst>
            <pc:docMk/>
            <pc:sldMk cId="3990018344" sldId="329"/>
            <ac:spMk id="5" creationId="{8934AD39-5EE5-068C-E2DB-7818754E5B6A}"/>
          </ac:spMkLst>
        </pc:spChg>
      </pc:sldChg>
      <pc:sldChg chg="addSp delSp modSp add mod">
        <pc:chgData name="NICOLAS ESLEYDER CAYTUIRO SILVA" userId="0c99d39f491f478a" providerId="LiveId" clId="{487AF15E-9AD2-59B3-9353-6676CDD91E60}" dt="2026-07-27T21:30:42.661" v="25837" actId="1076"/>
        <pc:sldMkLst>
          <pc:docMk/>
          <pc:sldMk cId="3398589166" sldId="330"/>
        </pc:sldMkLst>
        <pc:spChg chg="del mod">
          <ac:chgData name="NICOLAS ESLEYDER CAYTUIRO SILVA" userId="0c99d39f491f478a" providerId="LiveId" clId="{487AF15E-9AD2-59B3-9353-6676CDD91E60}" dt="2026-07-27T21:03:03.246" v="23799" actId="478"/>
          <ac:spMkLst>
            <pc:docMk/>
            <pc:sldMk cId="3398589166" sldId="330"/>
            <ac:spMk id="3" creationId="{CA699576-000D-94EC-5215-D362DF581964}"/>
          </ac:spMkLst>
        </pc:spChg>
        <pc:spChg chg="mod">
          <ac:chgData name="NICOLAS ESLEYDER CAYTUIRO SILVA" userId="0c99d39f491f478a" providerId="LiveId" clId="{487AF15E-9AD2-59B3-9353-6676CDD91E60}" dt="2026-07-25T04:10:55.890" v="23415" actId="20577"/>
          <ac:spMkLst>
            <pc:docMk/>
            <pc:sldMk cId="3398589166" sldId="330"/>
            <ac:spMk id="293" creationId="{36CD7997-BA65-6CB7-E952-7EA792F966D7}"/>
          </ac:spMkLst>
        </pc:spChg>
        <pc:spChg chg="mod">
          <ac:chgData name="NICOLAS ESLEYDER CAYTUIRO SILVA" userId="0c99d39f491f478a" providerId="LiveId" clId="{487AF15E-9AD2-59B3-9353-6676CDD91E60}" dt="2026-07-27T21:30:38.790" v="25836" actId="1076"/>
          <ac:spMkLst>
            <pc:docMk/>
            <pc:sldMk cId="3398589166" sldId="330"/>
            <ac:spMk id="294" creationId="{27AB0498-A632-DC32-BE93-9B1EFE557CC2}"/>
          </ac:spMkLst>
        </pc:spChg>
        <pc:picChg chg="add mod">
          <ac:chgData name="NICOLAS ESLEYDER CAYTUIRO SILVA" userId="0c99d39f491f478a" providerId="LiveId" clId="{487AF15E-9AD2-59B3-9353-6676CDD91E60}" dt="2026-07-27T21:30:42.661" v="25837" actId="1076"/>
          <ac:picMkLst>
            <pc:docMk/>
            <pc:sldMk cId="3398589166" sldId="330"/>
            <ac:picMk id="2" creationId="{A19925CF-DBE1-2CC4-70E7-CCC947515DAC}"/>
          </ac:picMkLst>
        </pc:picChg>
      </pc:sldChg>
      <pc:sldChg chg="delSp modSp add mod">
        <pc:chgData name="NICOLAS ESLEYDER CAYTUIRO SILVA" userId="0c99d39f491f478a" providerId="LiveId" clId="{487AF15E-9AD2-59B3-9353-6676CDD91E60}" dt="2026-07-27T21:30:33.613" v="25835" actId="1076"/>
        <pc:sldMkLst>
          <pc:docMk/>
          <pc:sldMk cId="735239279" sldId="331"/>
        </pc:sldMkLst>
        <pc:spChg chg="mod">
          <ac:chgData name="NICOLAS ESLEYDER CAYTUIRO SILVA" userId="0c99d39f491f478a" providerId="LiveId" clId="{487AF15E-9AD2-59B3-9353-6676CDD91E60}" dt="2026-07-27T21:05:01.026" v="23835" actId="20577"/>
          <ac:spMkLst>
            <pc:docMk/>
            <pc:sldMk cId="735239279" sldId="331"/>
            <ac:spMk id="293" creationId="{E15C03F0-29A5-AD97-A701-C49058B05F98}"/>
          </ac:spMkLst>
        </pc:spChg>
        <pc:spChg chg="mod">
          <ac:chgData name="NICOLAS ESLEYDER CAYTUIRO SILVA" userId="0c99d39f491f478a" providerId="LiveId" clId="{487AF15E-9AD2-59B3-9353-6676CDD91E60}" dt="2026-07-27T21:30:33.613" v="25835" actId="1076"/>
          <ac:spMkLst>
            <pc:docMk/>
            <pc:sldMk cId="735239279" sldId="331"/>
            <ac:spMk id="294" creationId="{9F118393-717C-89DD-28EC-D72A00375984}"/>
          </ac:spMkLst>
        </pc:spChg>
        <pc:picChg chg="del">
          <ac:chgData name="NICOLAS ESLEYDER CAYTUIRO SILVA" userId="0c99d39f491f478a" providerId="LiveId" clId="{487AF15E-9AD2-59B3-9353-6676CDD91E60}" dt="2026-07-27T21:05:29.409" v="23836" actId="478"/>
          <ac:picMkLst>
            <pc:docMk/>
            <pc:sldMk cId="735239279" sldId="331"/>
            <ac:picMk id="2" creationId="{24404676-934B-55F8-166D-F31096AAA3B7}"/>
          </ac:picMkLst>
        </pc:picChg>
      </pc:sldChg>
      <pc:sldMasterChg chg="addSldLayout delSldLayout">
        <pc:chgData name="NICOLAS ESLEYDER CAYTUIRO SILVA" userId="0c99d39f491f478a" providerId="LiveId" clId="{487AF15E-9AD2-59B3-9353-6676CDD91E60}" dt="2026-07-09T03:19:01.981" v="176" actId="2696"/>
        <pc:sldMasterMkLst>
          <pc:docMk/>
          <pc:sldMasterMk cId="0" sldId="2147483675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46" name="Google Shape;24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2A4B83AA-E99B-2389-831D-C8B52DB4F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>
            <a:extLst>
              <a:ext uri="{FF2B5EF4-FFF2-40B4-BE49-F238E27FC236}">
                <a16:creationId xmlns:a16="http://schemas.microsoft.com/office/drawing/2014/main" id="{E4C11DCD-C172-5CD0-0017-80CD85FB44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>
            <a:extLst>
              <a:ext uri="{FF2B5EF4-FFF2-40B4-BE49-F238E27FC236}">
                <a16:creationId xmlns:a16="http://schemas.microsoft.com/office/drawing/2014/main" id="{6FD1D987-5BEB-8D14-B3A8-3029AB548A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47228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B66D6E28-C51E-F70F-EE39-01F7E701B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>
            <a:extLst>
              <a:ext uri="{FF2B5EF4-FFF2-40B4-BE49-F238E27FC236}">
                <a16:creationId xmlns:a16="http://schemas.microsoft.com/office/drawing/2014/main" id="{EC1AC060-155F-C124-4314-A975A71BE7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>
            <a:extLst>
              <a:ext uri="{FF2B5EF4-FFF2-40B4-BE49-F238E27FC236}">
                <a16:creationId xmlns:a16="http://schemas.microsoft.com/office/drawing/2014/main" id="{3EC36209-ACB9-1930-647B-1C606A81FF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930690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FDEC2786-DD2E-5F41-7874-0EF655D74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>
            <a:extLst>
              <a:ext uri="{FF2B5EF4-FFF2-40B4-BE49-F238E27FC236}">
                <a16:creationId xmlns:a16="http://schemas.microsoft.com/office/drawing/2014/main" id="{A653AA21-2703-A8CE-5546-71FE86B88C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>
            <a:extLst>
              <a:ext uri="{FF2B5EF4-FFF2-40B4-BE49-F238E27FC236}">
                <a16:creationId xmlns:a16="http://schemas.microsoft.com/office/drawing/2014/main" id="{6E536B3D-9156-751E-DF94-78C023FB3C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4444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3B8A1885-56DF-339D-E084-2A9B08120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>
            <a:extLst>
              <a:ext uri="{FF2B5EF4-FFF2-40B4-BE49-F238E27FC236}">
                <a16:creationId xmlns:a16="http://schemas.microsoft.com/office/drawing/2014/main" id="{0B0DAF16-2F79-7688-44D7-F25C27801B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>
            <a:extLst>
              <a:ext uri="{FF2B5EF4-FFF2-40B4-BE49-F238E27FC236}">
                <a16:creationId xmlns:a16="http://schemas.microsoft.com/office/drawing/2014/main" id="{5C258FC7-4843-6C0B-DBC2-45C28F0C9A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8483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487BE303-9F79-6D67-3B87-95C34A979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>
            <a:extLst>
              <a:ext uri="{FF2B5EF4-FFF2-40B4-BE49-F238E27FC236}">
                <a16:creationId xmlns:a16="http://schemas.microsoft.com/office/drawing/2014/main" id="{B6AC4690-F48A-C74F-11B1-FCB8D5CEC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>
            <a:extLst>
              <a:ext uri="{FF2B5EF4-FFF2-40B4-BE49-F238E27FC236}">
                <a16:creationId xmlns:a16="http://schemas.microsoft.com/office/drawing/2014/main" id="{89F8FD18-CADB-94A6-A94F-35E5C14BBD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795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D80F813D-C8FF-4E55-65E6-77C20D6B0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>
            <a:extLst>
              <a:ext uri="{FF2B5EF4-FFF2-40B4-BE49-F238E27FC236}">
                <a16:creationId xmlns:a16="http://schemas.microsoft.com/office/drawing/2014/main" id="{718933B9-A3EA-37CF-DA83-E6FB3EAA0F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>
            <a:extLst>
              <a:ext uri="{FF2B5EF4-FFF2-40B4-BE49-F238E27FC236}">
                <a16:creationId xmlns:a16="http://schemas.microsoft.com/office/drawing/2014/main" id="{3064BCE3-C86F-BC9C-38DE-31EC60D4E0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2216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5497B1C8-DA93-E3A3-819B-504CE8249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>
            <a:extLst>
              <a:ext uri="{FF2B5EF4-FFF2-40B4-BE49-F238E27FC236}">
                <a16:creationId xmlns:a16="http://schemas.microsoft.com/office/drawing/2014/main" id="{E18814F5-834C-64FF-7ED3-37F28ABBDE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>
            <a:extLst>
              <a:ext uri="{FF2B5EF4-FFF2-40B4-BE49-F238E27FC236}">
                <a16:creationId xmlns:a16="http://schemas.microsoft.com/office/drawing/2014/main" id="{A28DD1C5-E90B-19E4-6456-DFC9934365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9984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EC1C723B-4608-721F-9561-80F8B7EF9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>
            <a:extLst>
              <a:ext uri="{FF2B5EF4-FFF2-40B4-BE49-F238E27FC236}">
                <a16:creationId xmlns:a16="http://schemas.microsoft.com/office/drawing/2014/main" id="{78791570-963C-E8A7-5928-6CEF2CAA8D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>
            <a:extLst>
              <a:ext uri="{FF2B5EF4-FFF2-40B4-BE49-F238E27FC236}">
                <a16:creationId xmlns:a16="http://schemas.microsoft.com/office/drawing/2014/main" id="{6B3C6846-2A1F-F4C6-D4FB-654E7D6C9C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03947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AB4431EC-9697-950B-7041-91388CCD3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>
            <a:extLst>
              <a:ext uri="{FF2B5EF4-FFF2-40B4-BE49-F238E27FC236}">
                <a16:creationId xmlns:a16="http://schemas.microsoft.com/office/drawing/2014/main" id="{D2F61FA8-184D-ED82-36D7-4135C3A65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>
            <a:extLst>
              <a:ext uri="{FF2B5EF4-FFF2-40B4-BE49-F238E27FC236}">
                <a16:creationId xmlns:a16="http://schemas.microsoft.com/office/drawing/2014/main" id="{3F2B5CF5-3697-0311-6196-D9FBB092D3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41360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0152A6CC-341D-E3DB-58BB-E4A4D578A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>
            <a:extLst>
              <a:ext uri="{FF2B5EF4-FFF2-40B4-BE49-F238E27FC236}">
                <a16:creationId xmlns:a16="http://schemas.microsoft.com/office/drawing/2014/main" id="{FC0ED2F6-98FD-5496-B40A-4ECFD99154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>
            <a:extLst>
              <a:ext uri="{FF2B5EF4-FFF2-40B4-BE49-F238E27FC236}">
                <a16:creationId xmlns:a16="http://schemas.microsoft.com/office/drawing/2014/main" id="{55B88751-0038-9226-BC42-2D8302758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25256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>
          <a:extLst>
            <a:ext uri="{FF2B5EF4-FFF2-40B4-BE49-F238E27FC236}">
              <a16:creationId xmlns:a16="http://schemas.microsoft.com/office/drawing/2014/main" id="{6B2619B8-8DC9-FDF8-F59E-FC8E7BAE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54dda1946d_6_322:notes">
            <a:extLst>
              <a:ext uri="{FF2B5EF4-FFF2-40B4-BE49-F238E27FC236}">
                <a16:creationId xmlns:a16="http://schemas.microsoft.com/office/drawing/2014/main" id="{44B13942-FCB7-CD18-E708-CC41912A79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291" name="Google Shape;291;g54dda1946d_6_322:notes">
            <a:extLst>
              <a:ext uri="{FF2B5EF4-FFF2-40B4-BE49-F238E27FC236}">
                <a16:creationId xmlns:a16="http://schemas.microsoft.com/office/drawing/2014/main" id="{B25279C3-E7C1-B31C-5A96-EE0DC50996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65050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597400" y="667850"/>
            <a:ext cx="6396300" cy="22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 b="0">
                <a:latin typeface="Castoro"/>
                <a:ea typeface="Castoro"/>
                <a:cs typeface="Castoro"/>
                <a:sym typeface="Castor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5463800" y="3480892"/>
            <a:ext cx="25299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189050" y="182425"/>
            <a:ext cx="7989600" cy="3901800"/>
            <a:chOff x="189050" y="182425"/>
            <a:chExt cx="7989600" cy="3901800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189050" y="321905"/>
              <a:ext cx="7989600" cy="81900"/>
              <a:chOff x="189050" y="284125"/>
              <a:chExt cx="7989600" cy="81900"/>
            </a:xfrm>
          </p:grpSpPr>
          <p:sp>
            <p:nvSpPr>
              <p:cNvPr id="14" name="Google Shape;14;p2"/>
              <p:cNvSpPr/>
              <p:nvPr/>
            </p:nvSpPr>
            <p:spPr>
              <a:xfrm rot="-5400000">
                <a:off x="7884800" y="72175"/>
                <a:ext cx="81900" cy="5058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  <p:cxnSp>
            <p:nvCxnSpPr>
              <p:cNvPr id="15" name="Google Shape;15;p2"/>
              <p:cNvCxnSpPr>
                <a:stCxn id="14" idx="0"/>
              </p:cNvCxnSpPr>
              <p:nvPr/>
            </p:nvCxnSpPr>
            <p:spPr>
              <a:xfrm rot="10800000">
                <a:off x="189050" y="325075"/>
                <a:ext cx="7483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dot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6" name="Google Shape;16;p2"/>
            <p:cNvGrpSpPr/>
            <p:nvPr/>
          </p:nvGrpSpPr>
          <p:grpSpPr>
            <a:xfrm>
              <a:off x="403625" y="182425"/>
              <a:ext cx="81900" cy="3901800"/>
              <a:chOff x="403625" y="182425"/>
              <a:chExt cx="81900" cy="3901800"/>
            </a:xfrm>
          </p:grpSpPr>
          <p:sp>
            <p:nvSpPr>
              <p:cNvPr id="17" name="Google Shape;17;p2"/>
              <p:cNvSpPr/>
              <p:nvPr/>
            </p:nvSpPr>
            <p:spPr>
              <a:xfrm>
                <a:off x="403625" y="3578425"/>
                <a:ext cx="81900" cy="505800"/>
              </a:xfrm>
              <a:prstGeom prst="roundRect">
                <a:avLst>
                  <a:gd name="adj" fmla="val 5000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katab"/>
                  <a:ea typeface="Akatab"/>
                  <a:cs typeface="Akatab"/>
                  <a:sym typeface="Akatab"/>
                </a:endParaRPr>
              </a:p>
            </p:txBody>
          </p:sp>
          <p:cxnSp>
            <p:nvCxnSpPr>
              <p:cNvPr id="18" name="Google Shape;18;p2"/>
              <p:cNvCxnSpPr>
                <a:stCxn id="17" idx="0"/>
              </p:cNvCxnSpPr>
              <p:nvPr/>
            </p:nvCxnSpPr>
            <p:spPr>
              <a:xfrm rot="10800000">
                <a:off x="444575" y="182425"/>
                <a:ext cx="0" cy="339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4459625" y="1303675"/>
            <a:ext cx="3687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ubTitle" idx="1"/>
          </p:nvPr>
        </p:nvSpPr>
        <p:spPr>
          <a:xfrm>
            <a:off x="4459625" y="2002450"/>
            <a:ext cx="3687600" cy="17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>
            <a:spLocks noGrp="1"/>
          </p:cNvSpPr>
          <p:nvPr>
            <p:ph type="pic" idx="2"/>
          </p:nvPr>
        </p:nvSpPr>
        <p:spPr>
          <a:xfrm>
            <a:off x="863700" y="575550"/>
            <a:ext cx="2743800" cy="399240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grpSp>
        <p:nvGrpSpPr>
          <p:cNvPr id="58" name="Google Shape;58;p7"/>
          <p:cNvGrpSpPr/>
          <p:nvPr/>
        </p:nvGrpSpPr>
        <p:grpSpPr>
          <a:xfrm>
            <a:off x="424300" y="199150"/>
            <a:ext cx="8531975" cy="4630300"/>
            <a:chOff x="424300" y="199150"/>
            <a:chExt cx="8531975" cy="4630300"/>
          </a:xfrm>
        </p:grpSpPr>
        <p:sp>
          <p:nvSpPr>
            <p:cNvPr id="59" name="Google Shape;59;p7"/>
            <p:cNvSpPr/>
            <p:nvPr/>
          </p:nvSpPr>
          <p:spPr>
            <a:xfrm rot="-5400000">
              <a:off x="4748625" y="4535600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60" name="Google Shape;60;p7"/>
            <p:cNvCxnSpPr>
              <a:stCxn id="59" idx="2"/>
            </p:cNvCxnSpPr>
            <p:nvPr/>
          </p:nvCxnSpPr>
          <p:spPr>
            <a:xfrm>
              <a:off x="5042475" y="4788500"/>
              <a:ext cx="391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61" name="Google Shape;61;p7"/>
            <p:cNvSpPr/>
            <p:nvPr/>
          </p:nvSpPr>
          <p:spPr>
            <a:xfrm>
              <a:off x="424300" y="1759450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62" name="Google Shape;62;p7"/>
            <p:cNvCxnSpPr>
              <a:stCxn id="61" idx="0"/>
            </p:cNvCxnSpPr>
            <p:nvPr/>
          </p:nvCxnSpPr>
          <p:spPr>
            <a:xfrm rot="10800000">
              <a:off x="465250" y="199150"/>
              <a:ext cx="0" cy="1560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8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65" name="Google Shape;65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grpSp>
        <p:nvGrpSpPr>
          <p:cNvPr id="66" name="Google Shape;66;p8"/>
          <p:cNvGrpSpPr/>
          <p:nvPr/>
        </p:nvGrpSpPr>
        <p:grpSpPr>
          <a:xfrm>
            <a:off x="384800" y="859801"/>
            <a:ext cx="8571101" cy="4095600"/>
            <a:chOff x="384800" y="859801"/>
            <a:chExt cx="8571101" cy="4095600"/>
          </a:xfrm>
        </p:grpSpPr>
        <p:sp>
          <p:nvSpPr>
            <p:cNvPr id="67" name="Google Shape;67;p8"/>
            <p:cNvSpPr/>
            <p:nvPr/>
          </p:nvSpPr>
          <p:spPr>
            <a:xfrm flipH="1">
              <a:off x="7855150" y="859801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68" name="Google Shape;68;p8"/>
            <p:cNvCxnSpPr/>
            <p:nvPr/>
          </p:nvCxnSpPr>
          <p:spPr>
            <a:xfrm rot="5400000">
              <a:off x="5939200" y="2998501"/>
              <a:ext cx="391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69" name="Google Shape;69;p8"/>
            <p:cNvSpPr/>
            <p:nvPr/>
          </p:nvSpPr>
          <p:spPr>
            <a:xfrm rot="-5400000" flipH="1">
              <a:off x="596750" y="4501752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0" name="Google Shape;70;p8"/>
            <p:cNvCxnSpPr/>
            <p:nvPr/>
          </p:nvCxnSpPr>
          <p:spPr>
            <a:xfrm>
              <a:off x="898501" y="4754652"/>
              <a:ext cx="805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9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sp>
        <p:nvSpPr>
          <p:cNvPr id="73" name="Google Shape;73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74" name="Google Shape;74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5" name="Google Shape;75;p9"/>
          <p:cNvGrpSpPr/>
          <p:nvPr/>
        </p:nvGrpSpPr>
        <p:grpSpPr>
          <a:xfrm>
            <a:off x="188100" y="338850"/>
            <a:ext cx="8771701" cy="4488651"/>
            <a:chOff x="188100" y="338850"/>
            <a:chExt cx="8771701" cy="4488651"/>
          </a:xfrm>
        </p:grpSpPr>
        <p:sp>
          <p:nvSpPr>
            <p:cNvPr id="76" name="Google Shape;76;p9"/>
            <p:cNvSpPr/>
            <p:nvPr/>
          </p:nvSpPr>
          <p:spPr>
            <a:xfrm rot="5400000">
              <a:off x="3980800" y="4533651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7" name="Google Shape;77;p9"/>
            <p:cNvCxnSpPr/>
            <p:nvPr/>
          </p:nvCxnSpPr>
          <p:spPr>
            <a:xfrm rot="10800000">
              <a:off x="188100" y="4786551"/>
              <a:ext cx="391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8" name="Google Shape;78;p9"/>
            <p:cNvSpPr/>
            <p:nvPr/>
          </p:nvSpPr>
          <p:spPr>
            <a:xfrm rot="-5400000">
              <a:off x="600650" y="126900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79" name="Google Shape;79;p9"/>
            <p:cNvCxnSpPr/>
            <p:nvPr/>
          </p:nvCxnSpPr>
          <p:spPr>
            <a:xfrm>
              <a:off x="902401" y="379800"/>
              <a:ext cx="8057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5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4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26" name="Google Shape;226;p25"/>
          <p:cNvGrpSpPr/>
          <p:nvPr/>
        </p:nvGrpSpPr>
        <p:grpSpPr>
          <a:xfrm>
            <a:off x="6554694" y="808785"/>
            <a:ext cx="2401200" cy="4139700"/>
            <a:chOff x="6554694" y="808785"/>
            <a:chExt cx="2401200" cy="4139700"/>
          </a:xfrm>
        </p:grpSpPr>
        <p:sp>
          <p:nvSpPr>
            <p:cNvPr id="227" name="Google Shape;227;p25"/>
            <p:cNvSpPr/>
            <p:nvPr/>
          </p:nvSpPr>
          <p:spPr>
            <a:xfrm rot="-5400000">
              <a:off x="6766644" y="454927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28" name="Google Shape;228;p25"/>
            <p:cNvCxnSpPr>
              <a:stCxn id="227" idx="2"/>
            </p:cNvCxnSpPr>
            <p:nvPr/>
          </p:nvCxnSpPr>
          <p:spPr>
            <a:xfrm>
              <a:off x="7060494" y="4802175"/>
              <a:ext cx="189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sp>
          <p:nvSpPr>
            <p:cNvPr id="229" name="Google Shape;229;p25"/>
            <p:cNvSpPr/>
            <p:nvPr/>
          </p:nvSpPr>
          <p:spPr>
            <a:xfrm>
              <a:off x="8665694" y="80878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000000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0" name="Google Shape;230;p25"/>
            <p:cNvCxnSpPr>
              <a:stCxn id="229" idx="2"/>
            </p:cNvCxnSpPr>
            <p:nvPr/>
          </p:nvCxnSpPr>
          <p:spPr>
            <a:xfrm>
              <a:off x="8706644" y="1314585"/>
              <a:ext cx="0" cy="3633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/>
          <p:nvPr/>
        </p:nvSpPr>
        <p:spPr>
          <a:xfrm>
            <a:off x="188100" y="188100"/>
            <a:ext cx="8767800" cy="4767300"/>
          </a:xfrm>
          <a:prstGeom prst="rect">
            <a:avLst/>
          </a:prstGeom>
          <a:solidFill>
            <a:schemeClr val="accent2"/>
          </a:solidFill>
          <a:ln>
            <a:noFill/>
          </a:ln>
          <a:effectLst>
            <a:outerShdw blurRad="42863" dist="9525" algn="bl" rotWithShape="0">
              <a:schemeClr val="dk2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katab"/>
              <a:ea typeface="Akatab"/>
              <a:cs typeface="Akatab"/>
              <a:sym typeface="Akatab"/>
            </a:endParaRPr>
          </a:p>
        </p:txBody>
      </p:sp>
      <p:grpSp>
        <p:nvGrpSpPr>
          <p:cNvPr id="233" name="Google Shape;233;p26"/>
          <p:cNvGrpSpPr/>
          <p:nvPr/>
        </p:nvGrpSpPr>
        <p:grpSpPr>
          <a:xfrm>
            <a:off x="188094" y="315075"/>
            <a:ext cx="4139700" cy="4513360"/>
            <a:chOff x="188094" y="329775"/>
            <a:chExt cx="4139700" cy="4513360"/>
          </a:xfrm>
        </p:grpSpPr>
        <p:sp>
          <p:nvSpPr>
            <p:cNvPr id="234" name="Google Shape;234;p26"/>
            <p:cNvSpPr/>
            <p:nvPr/>
          </p:nvSpPr>
          <p:spPr>
            <a:xfrm rot="5400000">
              <a:off x="4033944" y="454928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5" name="Google Shape;235;p26"/>
            <p:cNvCxnSpPr>
              <a:stCxn id="234" idx="2"/>
            </p:cNvCxnSpPr>
            <p:nvPr/>
          </p:nvCxnSpPr>
          <p:spPr>
            <a:xfrm rot="10800000">
              <a:off x="188094" y="4802185"/>
              <a:ext cx="36339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36" name="Google Shape;236;p26"/>
            <p:cNvSpPr/>
            <p:nvPr/>
          </p:nvSpPr>
          <p:spPr>
            <a:xfrm rot="5400000">
              <a:off x="2295444" y="117825"/>
              <a:ext cx="81900" cy="5058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katab"/>
                <a:ea typeface="Akatab"/>
                <a:cs typeface="Akatab"/>
                <a:sym typeface="Akatab"/>
              </a:endParaRPr>
            </a:p>
          </p:txBody>
        </p:sp>
        <p:cxnSp>
          <p:nvCxnSpPr>
            <p:cNvPr id="237" name="Google Shape;237;p26"/>
            <p:cNvCxnSpPr>
              <a:stCxn id="236" idx="2"/>
            </p:cNvCxnSpPr>
            <p:nvPr/>
          </p:nvCxnSpPr>
          <p:spPr>
            <a:xfrm rot="10800000">
              <a:off x="188094" y="370725"/>
              <a:ext cx="18954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lvl="1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lvl="2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lvl="3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lvl="4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lvl="5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lvl="6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lvl="7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○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lvl="8" indent="-30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■"/>
              <a:defRPr sz="1200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8" r:id="rId5"/>
    <p:sldLayoutId id="2147483671" r:id="rId6"/>
    <p:sldLayoutId id="2147483672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0"/>
          <p:cNvSpPr txBox="1">
            <a:spLocks noGrp="1"/>
          </p:cNvSpPr>
          <p:nvPr>
            <p:ph type="ctrTitle"/>
          </p:nvPr>
        </p:nvSpPr>
        <p:spPr>
          <a:xfrm>
            <a:off x="1115438" y="667850"/>
            <a:ext cx="6878262" cy="2296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sz="3200" noProof="0" dirty="0"/>
              <a:t>Aprendizaje por contexto (In-</a:t>
            </a:r>
            <a:r>
              <a:rPr lang="es-ES_tradnl" sz="3200" noProof="0" dirty="0" err="1"/>
              <a:t>context</a:t>
            </a:r>
            <a:r>
              <a:rPr lang="es-ES_tradnl" sz="3200" dirty="0"/>
              <a:t> </a:t>
            </a:r>
            <a:r>
              <a:rPr lang="es-ES_tradnl" sz="3200" dirty="0" err="1"/>
              <a:t>learning</a:t>
            </a:r>
            <a:r>
              <a:rPr lang="es-ES_tradnl" sz="3200" dirty="0"/>
              <a:t>)</a:t>
            </a:r>
            <a:br>
              <a:rPr lang="es-ES_tradnl" sz="3200" noProof="0" dirty="0"/>
            </a:br>
            <a:r>
              <a:rPr lang="es-ES_tradnl" sz="2000" i="1" noProof="0" dirty="0"/>
              <a:t>Transformers, uso de agentes, </a:t>
            </a:r>
            <a:r>
              <a:rPr lang="es-ES_tradnl" sz="2000" i="1" noProof="0" dirty="0" err="1"/>
              <a:t>LangChain</a:t>
            </a:r>
            <a:r>
              <a:rPr lang="es-ES_tradnl" sz="2000" i="1" noProof="0" dirty="0"/>
              <a:t> y RAG</a:t>
            </a:r>
            <a:endParaRPr lang="es-ES_tradnl" sz="4000" i="1" noProof="0" dirty="0"/>
          </a:p>
        </p:txBody>
      </p:sp>
      <p:sp>
        <p:nvSpPr>
          <p:cNvPr id="249" name="Google Shape;249;p30"/>
          <p:cNvSpPr txBox="1">
            <a:spLocks noGrp="1"/>
          </p:cNvSpPr>
          <p:nvPr>
            <p:ph type="subTitle" idx="1"/>
          </p:nvPr>
        </p:nvSpPr>
        <p:spPr>
          <a:xfrm>
            <a:off x="5463800" y="3480892"/>
            <a:ext cx="2529900" cy="67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noProof="0" dirty="0"/>
              <a:t>Nicolás Caytuiro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/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noProof="0" dirty="0"/>
              <a:t>Motivación</a:t>
            </a:r>
          </a:p>
        </p:txBody>
      </p:sp>
      <p:sp>
        <p:nvSpPr>
          <p:cNvPr id="294" name="Google Shape;294;p34"/>
          <p:cNvSpPr txBox="1">
            <a:spLocks noGrp="1"/>
          </p:cNvSpPr>
          <p:nvPr>
            <p:ph type="subTitle" idx="1"/>
          </p:nvPr>
        </p:nvSpPr>
        <p:spPr>
          <a:xfrm>
            <a:off x="769599" y="1139930"/>
            <a:ext cx="7570247" cy="21121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_tradnl" sz="1400" noProof="0" dirty="0"/>
              <a:t>El in-</a:t>
            </a:r>
            <a:r>
              <a:rPr lang="es-ES_tradnl" sz="1400" noProof="0" dirty="0" err="1"/>
              <a:t>context</a:t>
            </a:r>
            <a:r>
              <a:rPr lang="es-ES_tradnl" sz="1400" dirty="0"/>
              <a:t> </a:t>
            </a:r>
            <a:r>
              <a:rPr lang="es-ES_tradnl" sz="1400" dirty="0" err="1"/>
              <a:t>learning</a:t>
            </a:r>
            <a:r>
              <a:rPr lang="es-ES_tradnl" sz="1400" dirty="0"/>
              <a:t> (también conocido como aprendizaje por contexto), es la capacidad de los modelos de lenguaje para aprender una tarea solo a partir de ejemplos o instrucciones provistas en el prompt, sin necesidad de entrenar o hacer fine-</a:t>
            </a:r>
            <a:r>
              <a:rPr lang="es-ES_tradnl" sz="1400" dirty="0" err="1"/>
              <a:t>tuning</a:t>
            </a:r>
            <a:r>
              <a:rPr lang="es-ES_tradnl" sz="1400" dirty="0"/>
              <a:t> de un modelo solo para esa tarea.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_tradnl" sz="14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_tradnl" sz="1400" b="1" dirty="0"/>
              <a:t>¿Cómo funciona?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s-ES_tradnl" sz="1400" noProof="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_tradnl" sz="1400" noProof="0" dirty="0"/>
              <a:t>El modelo observa ejemplos en el prompt y </a:t>
            </a:r>
            <a:r>
              <a:rPr lang="es-ES_tradnl" sz="1400" noProof="0" dirty="0" err="1"/>
              <a:t>generaliz</a:t>
            </a:r>
            <a:r>
              <a:rPr lang="es-ES_tradnl" sz="1400" dirty="0"/>
              <a:t>a el patrón para resolver casos nuevos dentro de la misma interacción.</a:t>
            </a:r>
          </a:p>
        </p:txBody>
      </p:sp>
      <p:sp>
        <p:nvSpPr>
          <p:cNvPr id="2" name="Rectángulo redondeado 1">
            <a:extLst>
              <a:ext uri="{FF2B5EF4-FFF2-40B4-BE49-F238E27FC236}">
                <a16:creationId xmlns:a16="http://schemas.microsoft.com/office/drawing/2014/main" id="{EC6D5C5B-0058-992F-9516-E79040525A72}"/>
              </a:ext>
            </a:extLst>
          </p:cNvPr>
          <p:cNvSpPr/>
          <p:nvPr/>
        </p:nvSpPr>
        <p:spPr>
          <a:xfrm>
            <a:off x="2296960" y="3506526"/>
            <a:ext cx="4550079" cy="866692"/>
          </a:xfrm>
          <a:prstGeom prst="roundRect">
            <a:avLst/>
          </a:prstGeom>
          <a:noFill/>
          <a:ln>
            <a:solidFill>
              <a:schemeClr val="accent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>
                <a:solidFill>
                  <a:schemeClr val="bg1">
                    <a:lumMod val="10000"/>
                  </a:schemeClr>
                </a:solidFill>
              </a:rPr>
              <a:t>Reseña: “Me encantó la película.” </a:t>
            </a:r>
            <a:r>
              <a:rPr lang="es-CL" dirty="0">
                <a:solidFill>
                  <a:schemeClr val="bg1">
                    <a:lumMod val="10000"/>
                  </a:schemeClr>
                </a:solidFill>
                <a:sym typeface="Wingdings" pitchFamily="2" charset="2"/>
              </a:rPr>
              <a:t> POSITIVA</a:t>
            </a:r>
          </a:p>
          <a:p>
            <a:r>
              <a:rPr lang="es-CL" dirty="0">
                <a:solidFill>
                  <a:schemeClr val="bg1">
                    <a:lumMod val="10000"/>
                  </a:schemeClr>
                </a:solidFill>
                <a:sym typeface="Wingdings" pitchFamily="2" charset="2"/>
              </a:rPr>
              <a:t>Reseña: “No me gustó el final.”  NEGATIVA</a:t>
            </a:r>
          </a:p>
          <a:p>
            <a:r>
              <a:rPr lang="es-CL" dirty="0">
                <a:solidFill>
                  <a:schemeClr val="bg1">
                    <a:lumMod val="10000"/>
                  </a:schemeClr>
                </a:solidFill>
                <a:sym typeface="Wingdings" pitchFamily="2" charset="2"/>
              </a:rPr>
              <a:t>Reseña: “Fue interesante pero un poco lenta.”  …</a:t>
            </a:r>
            <a:endParaRPr lang="es-CL" dirty="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E1A188CF-9236-4639-BE85-4C199A15D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>
            <a:extLst>
              <a:ext uri="{FF2B5EF4-FFF2-40B4-BE49-F238E27FC236}">
                <a16:creationId xmlns:a16="http://schemas.microsoft.com/office/drawing/2014/main" id="{CAE9C053-2BDF-E7F4-CFE2-F1A950EE72A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noProof="0" dirty="0"/>
              <a:t>Prompting</a:t>
            </a:r>
          </a:p>
        </p:txBody>
      </p:sp>
      <p:sp>
        <p:nvSpPr>
          <p:cNvPr id="294" name="Google Shape;294;p34">
            <a:extLst>
              <a:ext uri="{FF2B5EF4-FFF2-40B4-BE49-F238E27FC236}">
                <a16:creationId xmlns:a16="http://schemas.microsoft.com/office/drawing/2014/main" id="{AF7EAB86-41FD-C735-1F23-C08DC230726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9599" y="1013856"/>
            <a:ext cx="7570247" cy="4339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s-ES_tradnl" sz="1400" noProof="0" dirty="0"/>
              <a:t>Un prompt convierte una necesidad “humana” en una tarea comprensible para el modelo. </a:t>
            </a:r>
          </a:p>
        </p:txBody>
      </p:sp>
      <p:sp>
        <p:nvSpPr>
          <p:cNvPr id="4" name="Rectángulo redondeado 3">
            <a:extLst>
              <a:ext uri="{FF2B5EF4-FFF2-40B4-BE49-F238E27FC236}">
                <a16:creationId xmlns:a16="http://schemas.microsoft.com/office/drawing/2014/main" id="{0C696228-CFDD-CB58-52F2-F36497293B3A}"/>
              </a:ext>
            </a:extLst>
          </p:cNvPr>
          <p:cNvSpPr/>
          <p:nvPr/>
        </p:nvSpPr>
        <p:spPr>
          <a:xfrm>
            <a:off x="1558456" y="1638300"/>
            <a:ext cx="6027088" cy="2681844"/>
          </a:xfrm>
          <a:prstGeom prst="roundRect">
            <a:avLst/>
          </a:prstGeom>
          <a:noFill/>
          <a:ln>
            <a:solidFill>
              <a:schemeClr val="accent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sz="1200" b="1" dirty="0">
                <a:solidFill>
                  <a:schemeClr val="bg1">
                    <a:lumMod val="10000"/>
                  </a:schemeClr>
                </a:solidFill>
              </a:rPr>
              <a:t>Anatomía recomendada de un prompt</a:t>
            </a:r>
          </a:p>
          <a:p>
            <a:endParaRPr lang="es-CL" sz="1200" b="1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s-CL" sz="1200" b="1" dirty="0">
                <a:solidFill>
                  <a:schemeClr val="bg1">
                    <a:lumMod val="10000"/>
                  </a:schemeClr>
                </a:solidFill>
              </a:rPr>
              <a:t>[ROL O SISTEMA]</a:t>
            </a:r>
          </a:p>
          <a:p>
            <a:r>
              <a:rPr lang="es-CL" sz="1200" dirty="0">
                <a:solidFill>
                  <a:schemeClr val="bg1">
                    <a:lumMod val="10000"/>
                  </a:schemeClr>
                </a:solidFill>
              </a:rPr>
              <a:t>Eres un experto en IA y profesor del DCC U Chile.</a:t>
            </a:r>
          </a:p>
          <a:p>
            <a:endParaRPr lang="es-CL" sz="12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s-CL" sz="1200" b="1" dirty="0">
                <a:solidFill>
                  <a:schemeClr val="bg1">
                    <a:lumMod val="10000"/>
                  </a:schemeClr>
                </a:solidFill>
              </a:rPr>
              <a:t>[CONTEXTO]</a:t>
            </a:r>
            <a:endParaRPr lang="es-CL" sz="12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s-CL" sz="1200" dirty="0">
                <a:solidFill>
                  <a:schemeClr val="bg1">
                    <a:lumMod val="10000"/>
                  </a:schemeClr>
                </a:solidFill>
              </a:rPr>
              <a:t>Los estudiantes conocer Python, pero no han usado </a:t>
            </a:r>
            <a:r>
              <a:rPr lang="es-CL" sz="1200" dirty="0" err="1">
                <a:solidFill>
                  <a:schemeClr val="bg1">
                    <a:lumMod val="10000"/>
                  </a:schemeClr>
                </a:solidFill>
              </a:rPr>
              <a:t>LLMs</a:t>
            </a:r>
            <a:r>
              <a:rPr lang="es-CL" sz="1200" dirty="0">
                <a:solidFill>
                  <a:schemeClr val="bg1">
                    <a:lumMod val="10000"/>
                  </a:schemeClr>
                </a:solidFill>
              </a:rPr>
              <a:t> en producción.</a:t>
            </a:r>
          </a:p>
          <a:p>
            <a:endParaRPr lang="es-CL" sz="12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s-CL" sz="1200" b="1" dirty="0">
                <a:solidFill>
                  <a:schemeClr val="bg1">
                    <a:lumMod val="10000"/>
                  </a:schemeClr>
                </a:solidFill>
              </a:rPr>
              <a:t>[TAREA]</a:t>
            </a:r>
          </a:p>
          <a:p>
            <a:r>
              <a:rPr lang="es-CL" sz="1200" dirty="0">
                <a:solidFill>
                  <a:schemeClr val="bg1">
                    <a:lumMod val="10000"/>
                  </a:schemeClr>
                </a:solidFill>
              </a:rPr>
              <a:t>Explica que es </a:t>
            </a:r>
            <a:r>
              <a:rPr lang="es-CL" sz="1200" dirty="0" err="1">
                <a:solidFill>
                  <a:schemeClr val="bg1">
                    <a:lumMod val="10000"/>
                  </a:schemeClr>
                </a:solidFill>
              </a:rPr>
              <a:t>few-shot</a:t>
            </a:r>
            <a:r>
              <a:rPr lang="es-CL" sz="1200" dirty="0">
                <a:solidFill>
                  <a:schemeClr val="bg1">
                    <a:lumMod val="10000"/>
                  </a:schemeClr>
                </a:solidFill>
              </a:rPr>
              <a:t> prompting.</a:t>
            </a:r>
          </a:p>
          <a:p>
            <a:endParaRPr lang="es-CL" sz="1200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s-CL" sz="1200" b="1" dirty="0">
                <a:solidFill>
                  <a:schemeClr val="bg1">
                    <a:lumMod val="10000"/>
                  </a:schemeClr>
                </a:solidFill>
              </a:rPr>
              <a:t>[FORMATO]</a:t>
            </a:r>
          </a:p>
          <a:p>
            <a:r>
              <a:rPr lang="es-CL" sz="1200" dirty="0">
                <a:solidFill>
                  <a:schemeClr val="bg1">
                    <a:lumMod val="10000"/>
                  </a:schemeClr>
                </a:solidFill>
              </a:rPr>
              <a:t>Responde en 4 viñetas y agrega un ejemplo corto.</a:t>
            </a:r>
          </a:p>
        </p:txBody>
      </p:sp>
    </p:spTree>
    <p:extLst>
      <p:ext uri="{BB962C8B-B14F-4D97-AF65-F5344CB8AC3E}">
        <p14:creationId xmlns:p14="http://schemas.microsoft.com/office/powerpoint/2010/main" val="12733457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544D24EC-C359-1C8D-BE56-746F5963B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>
            <a:extLst>
              <a:ext uri="{FF2B5EF4-FFF2-40B4-BE49-F238E27FC236}">
                <a16:creationId xmlns:a16="http://schemas.microsoft.com/office/drawing/2014/main" id="{621EFC50-71CC-C858-4FFF-B55EB2B4E2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noProof="0" dirty="0"/>
              <a:t>Ingeniería de instrucciones</a:t>
            </a:r>
          </a:p>
        </p:txBody>
      </p:sp>
      <p:sp>
        <p:nvSpPr>
          <p:cNvPr id="294" name="Google Shape;294;p34">
            <a:extLst>
              <a:ext uri="{FF2B5EF4-FFF2-40B4-BE49-F238E27FC236}">
                <a16:creationId xmlns:a16="http://schemas.microsoft.com/office/drawing/2014/main" id="{7DBCE904-B67E-9EAB-8D19-F2B8A2D6464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9599" y="1013856"/>
            <a:ext cx="7604803" cy="357084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s-ES_tradnl" sz="1400" dirty="0"/>
              <a:t>También conocido como </a:t>
            </a:r>
            <a:r>
              <a:rPr lang="es-ES_tradnl" sz="1400" i="1" dirty="0"/>
              <a:t>prompt </a:t>
            </a:r>
            <a:r>
              <a:rPr lang="es-ES_tradnl" sz="1400" i="1" dirty="0" err="1"/>
              <a:t>engineering</a:t>
            </a:r>
            <a:r>
              <a:rPr lang="es-ES_tradnl" sz="1400" dirty="0"/>
              <a:t>, es el proceso de diseñar, optimizar y ajustar instrucciones (</a:t>
            </a:r>
            <a:r>
              <a:rPr lang="es-ES_tradnl" sz="1400" dirty="0" err="1"/>
              <a:t>prompts</a:t>
            </a:r>
            <a:r>
              <a:rPr lang="es-ES_tradnl" sz="1400" dirty="0"/>
              <a:t>) para guiar a los modelos de lenguaje y obtener respuestas más precisas, útiles y a medida.</a:t>
            </a:r>
          </a:p>
          <a:p>
            <a:pPr marL="0" lvl="0" indent="0">
              <a:buSzPts val="1100"/>
              <a:buNone/>
            </a:pPr>
            <a:endParaRPr lang="es-ES_tradnl" sz="1400" dirty="0"/>
          </a:p>
          <a:p>
            <a:pPr marL="0" lvl="0" indent="0">
              <a:buSzPts val="1100"/>
              <a:buNone/>
            </a:pPr>
            <a:r>
              <a:rPr lang="es-ES_tradnl" sz="1400" dirty="0"/>
              <a:t>Mejora la calidad, relevancia y especificidad de las respuestas generadas por el modelo.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A1214F86-7EE4-519C-C765-A500304A5F11}"/>
              </a:ext>
            </a:extLst>
          </p:cNvPr>
          <p:cNvSpPr/>
          <p:nvPr/>
        </p:nvSpPr>
        <p:spPr>
          <a:xfrm>
            <a:off x="2296960" y="2611508"/>
            <a:ext cx="4550079" cy="1557894"/>
          </a:xfrm>
          <a:prstGeom prst="roundRect">
            <a:avLst/>
          </a:prstGeom>
          <a:noFill/>
          <a:ln>
            <a:solidFill>
              <a:schemeClr val="accent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dirty="0">
                <a:solidFill>
                  <a:schemeClr val="bg1">
                    <a:lumMod val="10000"/>
                  </a:schemeClr>
                </a:solidFill>
              </a:rPr>
              <a:t>Prompt poco claro</a:t>
            </a:r>
          </a:p>
          <a:p>
            <a:r>
              <a:rPr lang="es-CL" dirty="0">
                <a:solidFill>
                  <a:schemeClr val="bg1">
                    <a:lumMod val="10000"/>
                  </a:schemeClr>
                </a:solidFill>
              </a:rPr>
              <a:t>Resume este texto: …</a:t>
            </a:r>
          </a:p>
          <a:p>
            <a:endParaRPr lang="es-CL" b="1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s-CL" b="1" dirty="0">
                <a:solidFill>
                  <a:schemeClr val="bg1">
                    <a:lumMod val="10000"/>
                  </a:schemeClr>
                </a:solidFill>
              </a:rPr>
              <a:t>Prompt mejorado:</a:t>
            </a:r>
          </a:p>
          <a:p>
            <a:r>
              <a:rPr lang="es-CL" dirty="0">
                <a:solidFill>
                  <a:schemeClr val="bg1">
                    <a:lumMod val="10000"/>
                  </a:schemeClr>
                </a:solidFill>
              </a:rPr>
              <a:t>Resume el siguiente texto en máximo 30 palabras, usa un tono formal y redacta como estudiante en …</a:t>
            </a:r>
          </a:p>
        </p:txBody>
      </p:sp>
    </p:spTree>
    <p:extLst>
      <p:ext uri="{BB962C8B-B14F-4D97-AF65-F5344CB8AC3E}">
        <p14:creationId xmlns:p14="http://schemas.microsoft.com/office/powerpoint/2010/main" val="42183589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30E2E4B5-EA74-70D5-F363-793A9CDC44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>
            <a:extLst>
              <a:ext uri="{FF2B5EF4-FFF2-40B4-BE49-F238E27FC236}">
                <a16:creationId xmlns:a16="http://schemas.microsoft.com/office/drawing/2014/main" id="{69E8797F-15CB-C822-6FC6-2C8C2236D9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noProof="0" dirty="0"/>
              <a:t>Técnicas de instrucciones</a:t>
            </a:r>
          </a:p>
        </p:txBody>
      </p:sp>
      <p:sp>
        <p:nvSpPr>
          <p:cNvPr id="294" name="Google Shape;294;p34">
            <a:extLst>
              <a:ext uri="{FF2B5EF4-FFF2-40B4-BE49-F238E27FC236}">
                <a16:creationId xmlns:a16="http://schemas.microsoft.com/office/drawing/2014/main" id="{9F4E5311-8C56-825B-EBD4-EF44FD9D665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9599" y="1050825"/>
            <a:ext cx="7570247" cy="1022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s-ES_tradnl" sz="1400" dirty="0"/>
              <a:t>Para obtener las mejores respuestas de un modelo de lenguaje, existen varias formas de construir y presentar las instrucciones. Estas técnicas varían desde las más simples, como </a:t>
            </a:r>
            <a:r>
              <a:rPr lang="es-ES_tradnl" sz="1400" i="1" dirty="0"/>
              <a:t>dar solo una instrucción</a:t>
            </a:r>
            <a:r>
              <a:rPr lang="es-ES_tradnl" sz="1400" dirty="0"/>
              <a:t>, hasta estrategias más avanzadas que incluyen </a:t>
            </a:r>
            <a:r>
              <a:rPr lang="es-ES_tradnl" sz="1400" i="1" dirty="0"/>
              <a:t>ejemplos, reglas, contexto o pasos de razonamiento.</a:t>
            </a:r>
            <a:endParaRPr lang="es-ES_tradnl" sz="1400" dirty="0"/>
          </a:p>
        </p:txBody>
      </p:sp>
      <p:sp>
        <p:nvSpPr>
          <p:cNvPr id="2" name="Google Shape;294;p34">
            <a:extLst>
              <a:ext uri="{FF2B5EF4-FFF2-40B4-BE49-F238E27FC236}">
                <a16:creationId xmlns:a16="http://schemas.microsoft.com/office/drawing/2014/main" id="{624F5BCD-CB64-B96B-521A-28A4321E1937}"/>
              </a:ext>
            </a:extLst>
          </p:cNvPr>
          <p:cNvSpPr txBox="1">
            <a:spLocks/>
          </p:cNvSpPr>
          <p:nvPr/>
        </p:nvSpPr>
        <p:spPr>
          <a:xfrm>
            <a:off x="769600" y="2683317"/>
            <a:ext cx="4931485" cy="1836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0" indent="0">
              <a:buSzPts val="1100"/>
              <a:buFont typeface="Akatab"/>
              <a:buNone/>
            </a:pPr>
            <a:r>
              <a:rPr lang="es-ES_tradnl" sz="1400" dirty="0"/>
              <a:t>En este enfoque, el modelo recibe únicamente la instrucción sobre la tarea a realizar, sin ningún ejemplo adicional que le muestre cómo debe ser la respuesta o salida del modelo.</a:t>
            </a:r>
          </a:p>
          <a:p>
            <a:pPr marL="0" indent="0">
              <a:buSzPts val="1100"/>
              <a:buFont typeface="Akatab"/>
              <a:buNone/>
            </a:pPr>
            <a:endParaRPr lang="es-ES_tradnl" sz="1400" dirty="0"/>
          </a:p>
          <a:p>
            <a:pPr marL="0" indent="0">
              <a:buSzPts val="1100"/>
              <a:buFont typeface="Akatab"/>
              <a:buNone/>
            </a:pPr>
            <a:r>
              <a:rPr lang="es-ES_tradnl" sz="1400" dirty="0"/>
              <a:t>El modelo debe interpretar la tarea y generar la respuesta adecuada solo a partir de lo que se le indica, utilizando el conocimiento general adquirido durante su entrenamiento.</a:t>
            </a:r>
            <a:endParaRPr lang="es-ES_tradnl" sz="1050" dirty="0"/>
          </a:p>
        </p:txBody>
      </p:sp>
      <p:sp>
        <p:nvSpPr>
          <p:cNvPr id="5" name="Google Shape;293;p34">
            <a:extLst>
              <a:ext uri="{FF2B5EF4-FFF2-40B4-BE49-F238E27FC236}">
                <a16:creationId xmlns:a16="http://schemas.microsoft.com/office/drawing/2014/main" id="{235B6ACC-3519-8BA3-498F-CAC1EE2C31B4}"/>
              </a:ext>
            </a:extLst>
          </p:cNvPr>
          <p:cNvSpPr txBox="1">
            <a:spLocks/>
          </p:cNvSpPr>
          <p:nvPr/>
        </p:nvSpPr>
        <p:spPr>
          <a:xfrm>
            <a:off x="769599" y="2110618"/>
            <a:ext cx="757024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r>
              <a:rPr lang="es-ES_tradnl" sz="2000" i="1" dirty="0"/>
              <a:t>Zero-</a:t>
            </a:r>
            <a:r>
              <a:rPr lang="es-ES_tradnl" sz="2000" i="1" dirty="0" err="1"/>
              <a:t>shot</a:t>
            </a:r>
            <a:endParaRPr lang="es-ES_tradnl" sz="2000" i="1" dirty="0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89DDA9EB-645B-9FD6-9BBF-E180E99B1DBB}"/>
              </a:ext>
            </a:extLst>
          </p:cNvPr>
          <p:cNvSpPr/>
          <p:nvPr/>
        </p:nvSpPr>
        <p:spPr>
          <a:xfrm>
            <a:off x="5701085" y="3036242"/>
            <a:ext cx="2638761" cy="1234970"/>
          </a:xfrm>
          <a:prstGeom prst="roundRect">
            <a:avLst/>
          </a:prstGeom>
          <a:noFill/>
          <a:ln>
            <a:solidFill>
              <a:schemeClr val="accent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>
                <a:solidFill>
                  <a:schemeClr val="bg1">
                    <a:lumMod val="10000"/>
                  </a:schemeClr>
                </a:solidFill>
              </a:rPr>
              <a:t>Clasifica la siguiente reseña de película como POSITIVA o NEGATIVA: “Me aburrió mucho.”</a:t>
            </a:r>
          </a:p>
        </p:txBody>
      </p:sp>
    </p:spTree>
    <p:extLst>
      <p:ext uri="{BB962C8B-B14F-4D97-AF65-F5344CB8AC3E}">
        <p14:creationId xmlns:p14="http://schemas.microsoft.com/office/powerpoint/2010/main" val="3524572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0C1B2F2B-B839-A428-09BC-0AFC060A5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>
            <a:extLst>
              <a:ext uri="{FF2B5EF4-FFF2-40B4-BE49-F238E27FC236}">
                <a16:creationId xmlns:a16="http://schemas.microsoft.com/office/drawing/2014/main" id="{500EA6D6-4708-2343-78BC-3FCD8DFD5C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noProof="0" dirty="0"/>
              <a:t>Técnicas de instrucciones</a:t>
            </a:r>
          </a:p>
        </p:txBody>
      </p:sp>
      <p:sp>
        <p:nvSpPr>
          <p:cNvPr id="2" name="Google Shape;294;p34">
            <a:extLst>
              <a:ext uri="{FF2B5EF4-FFF2-40B4-BE49-F238E27FC236}">
                <a16:creationId xmlns:a16="http://schemas.microsoft.com/office/drawing/2014/main" id="{4E933393-B480-9D7F-FE91-CBB02EB03696}"/>
              </a:ext>
            </a:extLst>
          </p:cNvPr>
          <p:cNvSpPr txBox="1">
            <a:spLocks/>
          </p:cNvSpPr>
          <p:nvPr/>
        </p:nvSpPr>
        <p:spPr>
          <a:xfrm>
            <a:off x="769600" y="1586556"/>
            <a:ext cx="7570246" cy="1234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0" indent="0">
              <a:buSzPts val="1100"/>
              <a:buFont typeface="Akatab"/>
              <a:buNone/>
            </a:pPr>
            <a:r>
              <a:rPr lang="es-ES_tradnl" sz="1400" dirty="0"/>
              <a:t>En estos enfoques, además de la instrucción, se incluyen uno (one-</a:t>
            </a:r>
            <a:r>
              <a:rPr lang="es-ES_tradnl" sz="1400" dirty="0" err="1"/>
              <a:t>shot</a:t>
            </a:r>
            <a:r>
              <a:rPr lang="es-ES_tradnl" sz="1400" dirty="0"/>
              <a:t>) o más (</a:t>
            </a:r>
            <a:r>
              <a:rPr lang="es-ES_tradnl" sz="1400" dirty="0" err="1"/>
              <a:t>few-shot</a:t>
            </a:r>
            <a:r>
              <a:rPr lang="es-ES_tradnl" sz="1400" dirty="0"/>
              <a:t>) ejemplos de entrada y salida en el prompt.</a:t>
            </a:r>
          </a:p>
          <a:p>
            <a:pPr marL="0" indent="0">
              <a:buSzPts val="1100"/>
              <a:buFont typeface="Akatab"/>
              <a:buNone/>
            </a:pPr>
            <a:endParaRPr lang="es-ES_tradnl" sz="1400" dirty="0"/>
          </a:p>
          <a:p>
            <a:pPr marL="0" indent="0">
              <a:buSzPts val="1100"/>
              <a:buFont typeface="Akatab"/>
              <a:buNone/>
            </a:pPr>
            <a:r>
              <a:rPr lang="es-ES_tradnl" sz="1400" dirty="0"/>
              <a:t>Esto ayuda al modelo a identificar el patrón que debe seguir y a generar respuestas más alineadas con lo esperado, sobre todo en tareas complejas o específicas.</a:t>
            </a:r>
            <a:endParaRPr lang="es-ES_tradnl" sz="1050" dirty="0"/>
          </a:p>
        </p:txBody>
      </p:sp>
      <p:sp>
        <p:nvSpPr>
          <p:cNvPr id="5" name="Google Shape;293;p34">
            <a:extLst>
              <a:ext uri="{FF2B5EF4-FFF2-40B4-BE49-F238E27FC236}">
                <a16:creationId xmlns:a16="http://schemas.microsoft.com/office/drawing/2014/main" id="{A2FFA64B-3054-93D1-9C0C-4B4E5B7719DE}"/>
              </a:ext>
            </a:extLst>
          </p:cNvPr>
          <p:cNvSpPr txBox="1">
            <a:spLocks/>
          </p:cNvSpPr>
          <p:nvPr/>
        </p:nvSpPr>
        <p:spPr>
          <a:xfrm>
            <a:off x="769599" y="1013856"/>
            <a:ext cx="757024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r>
              <a:rPr lang="es-ES_tradnl" sz="2000" i="1" dirty="0"/>
              <a:t>One y </a:t>
            </a:r>
            <a:r>
              <a:rPr lang="es-ES_tradnl" sz="2000" i="1" dirty="0" err="1"/>
              <a:t>few-shot</a:t>
            </a:r>
            <a:endParaRPr lang="es-ES_tradnl" sz="2000" i="1" dirty="0"/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00A268A9-CBB3-7842-F561-794D489FCD28}"/>
              </a:ext>
            </a:extLst>
          </p:cNvPr>
          <p:cNvSpPr/>
          <p:nvPr/>
        </p:nvSpPr>
        <p:spPr>
          <a:xfrm>
            <a:off x="2443650" y="3091902"/>
            <a:ext cx="4222143" cy="1234970"/>
          </a:xfrm>
          <a:prstGeom prst="roundRect">
            <a:avLst/>
          </a:prstGeom>
          <a:noFill/>
          <a:ln>
            <a:solidFill>
              <a:schemeClr val="accent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>
                <a:solidFill>
                  <a:schemeClr val="bg1">
                    <a:lumMod val="10000"/>
                  </a:schemeClr>
                </a:solidFill>
              </a:rPr>
              <a:t>Animal: “Tiburón” </a:t>
            </a:r>
            <a:r>
              <a:rPr lang="es-CL" dirty="0">
                <a:solidFill>
                  <a:schemeClr val="bg1">
                    <a:lumMod val="10000"/>
                  </a:schemeClr>
                </a:solidFill>
                <a:sym typeface="Wingdings" pitchFamily="2" charset="2"/>
              </a:rPr>
              <a:t> ACUÁTICO</a:t>
            </a:r>
          </a:p>
          <a:p>
            <a:r>
              <a:rPr lang="es-CL" dirty="0">
                <a:solidFill>
                  <a:schemeClr val="bg1">
                    <a:lumMod val="10000"/>
                  </a:schemeClr>
                </a:solidFill>
                <a:sym typeface="Wingdings" pitchFamily="2" charset="2"/>
              </a:rPr>
              <a:t>Animal: “Águila”  AÉREO</a:t>
            </a:r>
          </a:p>
          <a:p>
            <a:r>
              <a:rPr lang="es-CL" dirty="0">
                <a:solidFill>
                  <a:schemeClr val="bg1">
                    <a:lumMod val="10000"/>
                  </a:schemeClr>
                </a:solidFill>
                <a:sym typeface="Wingdings" pitchFamily="2" charset="2"/>
              </a:rPr>
              <a:t>Animal: “Elefante”  …</a:t>
            </a:r>
          </a:p>
        </p:txBody>
      </p:sp>
    </p:spTree>
    <p:extLst>
      <p:ext uri="{BB962C8B-B14F-4D97-AF65-F5344CB8AC3E}">
        <p14:creationId xmlns:p14="http://schemas.microsoft.com/office/powerpoint/2010/main" val="4048263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7F949024-3541-EA89-4EED-3845BDE8A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>
            <a:extLst>
              <a:ext uri="{FF2B5EF4-FFF2-40B4-BE49-F238E27FC236}">
                <a16:creationId xmlns:a16="http://schemas.microsoft.com/office/drawing/2014/main" id="{A371FF41-5818-F7D9-D88A-4230559534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noProof="0" dirty="0"/>
              <a:t>Instrucciones de sistema, de contexto y rol</a:t>
            </a:r>
          </a:p>
        </p:txBody>
      </p:sp>
      <p:sp>
        <p:nvSpPr>
          <p:cNvPr id="294" name="Google Shape;294;p34">
            <a:extLst>
              <a:ext uri="{FF2B5EF4-FFF2-40B4-BE49-F238E27FC236}">
                <a16:creationId xmlns:a16="http://schemas.microsoft.com/office/drawing/2014/main" id="{EDA169D3-444D-1330-9563-7C3E1964B90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9598" y="1013856"/>
            <a:ext cx="7570247" cy="1022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s-ES_tradnl" sz="1400" dirty="0"/>
              <a:t>Este tipo de instrucciones permiten guiar al modelo de manera más precisa al establecer reglas generales (sistema), información relevante (contexto) o asignar un papel específico (rol). Con ellas controlamos mejor el formato, contenido, y estilo de la respuesta generada por el modelo.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4EDFC1CD-CACF-986D-6235-37C0111E1A51}"/>
              </a:ext>
            </a:extLst>
          </p:cNvPr>
          <p:cNvSpPr/>
          <p:nvPr/>
        </p:nvSpPr>
        <p:spPr>
          <a:xfrm>
            <a:off x="1558456" y="2238030"/>
            <a:ext cx="6027088" cy="2178658"/>
          </a:xfrm>
          <a:prstGeom prst="roundRect">
            <a:avLst/>
          </a:prstGeom>
          <a:noFill/>
          <a:ln>
            <a:solidFill>
              <a:schemeClr val="accent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b="1" dirty="0">
                <a:solidFill>
                  <a:schemeClr val="bg1">
                    <a:lumMod val="10000"/>
                  </a:schemeClr>
                </a:solidFill>
              </a:rPr>
              <a:t>Sistema:</a:t>
            </a:r>
          </a:p>
          <a:p>
            <a:r>
              <a:rPr lang="es-CL" dirty="0">
                <a:solidFill>
                  <a:schemeClr val="bg1">
                    <a:lumMod val="10000"/>
                  </a:schemeClr>
                </a:solidFill>
              </a:rPr>
              <a:t>Responde solo con una palabra: SÍ o NO.</a:t>
            </a:r>
          </a:p>
          <a:p>
            <a:endParaRPr lang="es-CL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s-CL" b="1" dirty="0">
                <a:solidFill>
                  <a:schemeClr val="bg1">
                    <a:lumMod val="10000"/>
                  </a:schemeClr>
                </a:solidFill>
              </a:rPr>
              <a:t>Contexto:</a:t>
            </a:r>
            <a:endParaRPr lang="es-CL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s-CL" dirty="0">
                <a:solidFill>
                  <a:schemeClr val="bg1">
                    <a:lumMod val="10000"/>
                  </a:schemeClr>
                </a:solidFill>
              </a:rPr>
              <a:t>Estás escribiendo para un blog de tecnología dirigido a principiantes.</a:t>
            </a:r>
          </a:p>
          <a:p>
            <a:endParaRPr lang="es-CL" dirty="0">
              <a:solidFill>
                <a:schemeClr val="bg1">
                  <a:lumMod val="10000"/>
                </a:schemeClr>
              </a:solidFill>
            </a:endParaRPr>
          </a:p>
          <a:p>
            <a:r>
              <a:rPr lang="es-CL" b="1" dirty="0">
                <a:solidFill>
                  <a:schemeClr val="bg1">
                    <a:lumMod val="10000"/>
                  </a:schemeClr>
                </a:solidFill>
              </a:rPr>
              <a:t>Rol:</a:t>
            </a:r>
          </a:p>
          <a:p>
            <a:r>
              <a:rPr lang="es-CL" dirty="0">
                <a:solidFill>
                  <a:schemeClr val="bg1">
                    <a:lumMod val="10000"/>
                  </a:schemeClr>
                </a:solidFill>
              </a:rPr>
              <a:t>Actúa como profesor experto y responde de manera profesional a la siguiente pregunta.</a:t>
            </a:r>
          </a:p>
        </p:txBody>
      </p:sp>
    </p:spTree>
    <p:extLst>
      <p:ext uri="{BB962C8B-B14F-4D97-AF65-F5344CB8AC3E}">
        <p14:creationId xmlns:p14="http://schemas.microsoft.com/office/powerpoint/2010/main" val="858999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99F8ED13-2399-B5AF-71DF-5FA84CAEA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>
            <a:extLst>
              <a:ext uri="{FF2B5EF4-FFF2-40B4-BE49-F238E27FC236}">
                <a16:creationId xmlns:a16="http://schemas.microsoft.com/office/drawing/2014/main" id="{3D8BA885-FA2B-6088-31A1-4381AD59745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ES_tradnl" dirty="0"/>
              <a:t>Instrucciones de sistema, de contexto y rol</a:t>
            </a:r>
            <a:endParaRPr lang="es-ES_tradnl" noProof="0" dirty="0"/>
          </a:p>
        </p:txBody>
      </p:sp>
      <p:sp>
        <p:nvSpPr>
          <p:cNvPr id="2" name="Google Shape;294;p34">
            <a:extLst>
              <a:ext uri="{FF2B5EF4-FFF2-40B4-BE49-F238E27FC236}">
                <a16:creationId xmlns:a16="http://schemas.microsoft.com/office/drawing/2014/main" id="{CBBF5A0D-AA4C-B52D-6545-EFBDB6534C4B}"/>
              </a:ext>
            </a:extLst>
          </p:cNvPr>
          <p:cNvSpPr txBox="1">
            <a:spLocks/>
          </p:cNvSpPr>
          <p:nvPr/>
        </p:nvSpPr>
        <p:spPr>
          <a:xfrm>
            <a:off x="769600" y="1586556"/>
            <a:ext cx="7570246" cy="143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0" indent="0">
              <a:buSzPts val="1100"/>
              <a:buFont typeface="Akatab"/>
              <a:buNone/>
            </a:pPr>
            <a:r>
              <a:rPr lang="es-ES_tradnl" sz="1400" dirty="0"/>
              <a:t>Este tipo de instrucción define el comportamiento general que debe seguir el modelo, indicando reglas claras sobre el formato, el estilo, limites de la respuesta e incluso la postura que debe adoptar el modelo al momento de dar las respuestas.</a:t>
            </a:r>
          </a:p>
          <a:p>
            <a:pPr marL="0" indent="0">
              <a:buSzPts val="1100"/>
              <a:buFont typeface="Akatab"/>
              <a:buNone/>
            </a:pPr>
            <a:endParaRPr lang="es-ES_tradnl" sz="1400" dirty="0"/>
          </a:p>
          <a:p>
            <a:pPr marL="0" indent="0">
              <a:buSzPts val="1100"/>
              <a:buFont typeface="Akatab"/>
              <a:buNone/>
            </a:pPr>
            <a:r>
              <a:rPr lang="es-ES_tradnl" sz="1400" dirty="0"/>
              <a:t>Son útiles para controlar el tipo de salida que necesitamos, asegurando respuestas consistentes y adaptadas a nuestros requisitos.</a:t>
            </a:r>
            <a:endParaRPr lang="es-ES_tradnl" sz="1050" dirty="0"/>
          </a:p>
        </p:txBody>
      </p:sp>
      <p:sp>
        <p:nvSpPr>
          <p:cNvPr id="5" name="Google Shape;293;p34">
            <a:extLst>
              <a:ext uri="{FF2B5EF4-FFF2-40B4-BE49-F238E27FC236}">
                <a16:creationId xmlns:a16="http://schemas.microsoft.com/office/drawing/2014/main" id="{3EDE2AF0-6D66-DB05-6E14-37489724E13D}"/>
              </a:ext>
            </a:extLst>
          </p:cNvPr>
          <p:cNvSpPr txBox="1">
            <a:spLocks/>
          </p:cNvSpPr>
          <p:nvPr/>
        </p:nvSpPr>
        <p:spPr>
          <a:xfrm>
            <a:off x="769599" y="1013856"/>
            <a:ext cx="757024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r>
              <a:rPr lang="es-ES_tradnl" sz="2000" i="1" dirty="0"/>
              <a:t>Instrucciones de sistema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3187936E-E299-88DE-7564-55920AC30EC6}"/>
              </a:ext>
            </a:extLst>
          </p:cNvPr>
          <p:cNvSpPr/>
          <p:nvPr/>
        </p:nvSpPr>
        <p:spPr>
          <a:xfrm>
            <a:off x="2460928" y="3322490"/>
            <a:ext cx="4222143" cy="1037742"/>
          </a:xfrm>
          <a:prstGeom prst="roundRect">
            <a:avLst/>
          </a:prstGeom>
          <a:noFill/>
          <a:ln>
            <a:solidFill>
              <a:schemeClr val="accent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>
                <a:solidFill>
                  <a:schemeClr val="bg1">
                    <a:lumMod val="10000"/>
                  </a:schemeClr>
                </a:solidFill>
              </a:rPr>
              <a:t>Eres un profesor universitario experto en Inteligencia Artificial. Explica los conceptos de forma clara y con ejemplos.</a:t>
            </a:r>
            <a:endParaRPr lang="es-CL" dirty="0">
              <a:solidFill>
                <a:schemeClr val="bg1">
                  <a:lumMod val="10000"/>
                </a:schemeClr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21712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AF2007D5-FFAD-75BA-455B-4D34B56FF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>
            <a:extLst>
              <a:ext uri="{FF2B5EF4-FFF2-40B4-BE49-F238E27FC236}">
                <a16:creationId xmlns:a16="http://schemas.microsoft.com/office/drawing/2014/main" id="{8E012AC8-FF83-61BC-2BEE-99AE305F668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ES_tradnl" dirty="0"/>
              <a:t>Instrucciones de sistema, de contexto y rol</a:t>
            </a:r>
            <a:endParaRPr lang="es-ES_tradnl" noProof="0" dirty="0"/>
          </a:p>
        </p:txBody>
      </p:sp>
      <p:sp>
        <p:nvSpPr>
          <p:cNvPr id="2" name="Google Shape;294;p34">
            <a:extLst>
              <a:ext uri="{FF2B5EF4-FFF2-40B4-BE49-F238E27FC236}">
                <a16:creationId xmlns:a16="http://schemas.microsoft.com/office/drawing/2014/main" id="{97556FB7-8D0F-9082-A8FC-2520984B7760}"/>
              </a:ext>
            </a:extLst>
          </p:cNvPr>
          <p:cNvSpPr txBox="1">
            <a:spLocks/>
          </p:cNvSpPr>
          <p:nvPr/>
        </p:nvSpPr>
        <p:spPr>
          <a:xfrm>
            <a:off x="769600" y="1586556"/>
            <a:ext cx="7570246" cy="1434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0" indent="0">
              <a:buSzPts val="1100"/>
              <a:buFont typeface="Akatab"/>
              <a:buNone/>
            </a:pPr>
            <a:r>
              <a:rPr lang="es-ES_tradnl" sz="1400" dirty="0"/>
              <a:t>Las instrucciones de contexto proporcionan información adicional relevante sobre la situación, el objetivo o el público, ayudando al modelo a generar respuestas más precisas y adecuadas al entorno de la tarea.</a:t>
            </a:r>
          </a:p>
          <a:p>
            <a:pPr marL="0" indent="0">
              <a:buSzPts val="1100"/>
              <a:buFont typeface="Akatab"/>
              <a:buNone/>
            </a:pPr>
            <a:endParaRPr lang="es-ES_tradnl" sz="1400" dirty="0"/>
          </a:p>
          <a:p>
            <a:pPr marL="0" indent="0">
              <a:buSzPts val="1100"/>
              <a:buFont typeface="Akatab"/>
              <a:buNone/>
            </a:pPr>
            <a:r>
              <a:rPr lang="es-ES_tradnl" sz="1400" dirty="0"/>
              <a:t>Al definir el contexto, se logra que la salida esté alineada con necesidades o condiciones específicas.</a:t>
            </a:r>
            <a:endParaRPr lang="es-ES_tradnl" sz="1050" dirty="0"/>
          </a:p>
        </p:txBody>
      </p:sp>
      <p:sp>
        <p:nvSpPr>
          <p:cNvPr id="5" name="Google Shape;293;p34">
            <a:extLst>
              <a:ext uri="{FF2B5EF4-FFF2-40B4-BE49-F238E27FC236}">
                <a16:creationId xmlns:a16="http://schemas.microsoft.com/office/drawing/2014/main" id="{BC5F8545-1A31-349C-E88E-E895A2543A18}"/>
              </a:ext>
            </a:extLst>
          </p:cNvPr>
          <p:cNvSpPr txBox="1">
            <a:spLocks/>
          </p:cNvSpPr>
          <p:nvPr/>
        </p:nvSpPr>
        <p:spPr>
          <a:xfrm>
            <a:off x="769599" y="1013856"/>
            <a:ext cx="757024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r>
              <a:rPr lang="es-ES_tradnl" sz="2000" i="1" dirty="0"/>
              <a:t>Instrucciones de contexto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1C9862FA-96A3-7E8D-130C-55F8C62525A2}"/>
              </a:ext>
            </a:extLst>
          </p:cNvPr>
          <p:cNvSpPr/>
          <p:nvPr/>
        </p:nvSpPr>
        <p:spPr>
          <a:xfrm>
            <a:off x="2460928" y="3322490"/>
            <a:ext cx="4222143" cy="1037742"/>
          </a:xfrm>
          <a:prstGeom prst="roundRect">
            <a:avLst/>
          </a:prstGeom>
          <a:noFill/>
          <a:ln>
            <a:solidFill>
              <a:schemeClr val="accent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>
                <a:solidFill>
                  <a:schemeClr val="bg1">
                    <a:lumMod val="10000"/>
                  </a:schemeClr>
                </a:solidFill>
              </a:rPr>
              <a:t>Contexto: El estudiante tiene conocimientos básicos de Python, pero nunca ha utilizado redes neuronales. Explica qué es una CNN.</a:t>
            </a:r>
            <a:endParaRPr lang="es-CL" dirty="0">
              <a:solidFill>
                <a:schemeClr val="bg1">
                  <a:lumMod val="10000"/>
                </a:schemeClr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473895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22F7E63E-3989-1504-D508-9D7AF875F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>
            <a:extLst>
              <a:ext uri="{FF2B5EF4-FFF2-40B4-BE49-F238E27FC236}">
                <a16:creationId xmlns:a16="http://schemas.microsoft.com/office/drawing/2014/main" id="{DB3975AE-4DDD-D4CE-C473-5A7747CC56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ES_tradnl" dirty="0"/>
              <a:t>Instrucciones de sistema, de contexto y rol</a:t>
            </a:r>
            <a:endParaRPr lang="es-ES_tradnl" noProof="0" dirty="0"/>
          </a:p>
        </p:txBody>
      </p:sp>
      <p:sp>
        <p:nvSpPr>
          <p:cNvPr id="2" name="Google Shape;294;p34">
            <a:extLst>
              <a:ext uri="{FF2B5EF4-FFF2-40B4-BE49-F238E27FC236}">
                <a16:creationId xmlns:a16="http://schemas.microsoft.com/office/drawing/2014/main" id="{E8BFD79F-F79C-91CD-932B-BCE710578655}"/>
              </a:ext>
            </a:extLst>
          </p:cNvPr>
          <p:cNvSpPr txBox="1">
            <a:spLocks/>
          </p:cNvSpPr>
          <p:nvPr/>
        </p:nvSpPr>
        <p:spPr>
          <a:xfrm>
            <a:off x="769600" y="1586556"/>
            <a:ext cx="7570246" cy="1236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katab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 sz="1200" b="0" i="0" u="none" strike="noStrike" cap="none">
                <a:solidFill>
                  <a:schemeClr val="dk1"/>
                </a:solidFill>
                <a:latin typeface="Akatab"/>
                <a:ea typeface="Akatab"/>
                <a:cs typeface="Akatab"/>
                <a:sym typeface="Akatab"/>
              </a:defRPr>
            </a:lvl9pPr>
          </a:lstStyle>
          <a:p>
            <a:pPr marL="0" indent="0">
              <a:buSzPts val="1100"/>
              <a:buFont typeface="Akatab"/>
              <a:buNone/>
            </a:pPr>
            <a:r>
              <a:rPr lang="es-ES_tradnl" sz="1400" dirty="0"/>
              <a:t>Las instrucciones de rol asignan al modelo una identidad o especialidad, indicándole que responda como si fuese una persona, profesional o personaje específico.</a:t>
            </a:r>
          </a:p>
          <a:p>
            <a:pPr marL="0" indent="0">
              <a:buSzPts val="1100"/>
              <a:buFont typeface="Akatab"/>
              <a:buNone/>
            </a:pPr>
            <a:endParaRPr lang="es-ES_tradnl" sz="1400" dirty="0"/>
          </a:p>
          <a:p>
            <a:pPr marL="0" indent="0">
              <a:buSzPts val="1100"/>
              <a:buFont typeface="Akatab"/>
              <a:buNone/>
            </a:pPr>
            <a:r>
              <a:rPr lang="es-ES_tradnl" sz="1400" dirty="0"/>
              <a:t>Esto afecta en el tono, el nivel de detalle y el tipo de conocimiento en la respuesta, haciendo que sea más relevante según el contexto deseado.</a:t>
            </a:r>
            <a:endParaRPr lang="es-ES_tradnl" sz="1050" dirty="0"/>
          </a:p>
        </p:txBody>
      </p:sp>
      <p:sp>
        <p:nvSpPr>
          <p:cNvPr id="5" name="Google Shape;293;p34">
            <a:extLst>
              <a:ext uri="{FF2B5EF4-FFF2-40B4-BE49-F238E27FC236}">
                <a16:creationId xmlns:a16="http://schemas.microsoft.com/office/drawing/2014/main" id="{8934AD39-5EE5-068C-E2DB-7818754E5B6A}"/>
              </a:ext>
            </a:extLst>
          </p:cNvPr>
          <p:cNvSpPr txBox="1">
            <a:spLocks/>
          </p:cNvSpPr>
          <p:nvPr/>
        </p:nvSpPr>
        <p:spPr>
          <a:xfrm>
            <a:off x="769599" y="1013856"/>
            <a:ext cx="7570247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storo"/>
              <a:buNone/>
              <a:defRPr sz="3000" b="0" i="0" u="none" strike="noStrike" cap="none">
                <a:solidFill>
                  <a:schemeClr val="dk1"/>
                </a:solidFill>
                <a:latin typeface="Castoro"/>
                <a:ea typeface="Castoro"/>
                <a:cs typeface="Castoro"/>
                <a:sym typeface="Castoro"/>
              </a:defRPr>
            </a:lvl9pPr>
          </a:lstStyle>
          <a:p>
            <a:r>
              <a:rPr lang="es-ES_tradnl" sz="2000" i="1" dirty="0"/>
              <a:t>Instrucciones de rol</a:t>
            </a:r>
          </a:p>
        </p:txBody>
      </p:sp>
      <p:sp>
        <p:nvSpPr>
          <p:cNvPr id="3" name="Rectángulo redondeado 2">
            <a:extLst>
              <a:ext uri="{FF2B5EF4-FFF2-40B4-BE49-F238E27FC236}">
                <a16:creationId xmlns:a16="http://schemas.microsoft.com/office/drawing/2014/main" id="{18D2F98A-413F-C77B-68FF-97D2379F7A7B}"/>
              </a:ext>
            </a:extLst>
          </p:cNvPr>
          <p:cNvSpPr/>
          <p:nvPr/>
        </p:nvSpPr>
        <p:spPr>
          <a:xfrm>
            <a:off x="2460928" y="3170627"/>
            <a:ext cx="4222143" cy="1037742"/>
          </a:xfrm>
          <a:prstGeom prst="roundRect">
            <a:avLst/>
          </a:prstGeom>
          <a:noFill/>
          <a:ln>
            <a:solidFill>
              <a:schemeClr val="accent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L" dirty="0">
                <a:solidFill>
                  <a:schemeClr val="bg1">
                    <a:lumMod val="10000"/>
                  </a:schemeClr>
                </a:solidFill>
              </a:rPr>
              <a:t>Actúa como un profesor universitario experto en Inteligencia Artificial y con más de 10 años de experiencia.</a:t>
            </a:r>
            <a:endParaRPr lang="es-CL" dirty="0">
              <a:solidFill>
                <a:schemeClr val="bg1">
                  <a:lumMod val="10000"/>
                </a:schemeClr>
              </a:solidFill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900183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1B514264-9393-9531-A2CB-A6DC1B6A9F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>
            <a:extLst>
              <a:ext uri="{FF2B5EF4-FFF2-40B4-BE49-F238E27FC236}">
                <a16:creationId xmlns:a16="http://schemas.microsoft.com/office/drawing/2014/main" id="{36CD7997-BA65-6CB7-E952-7EA792F966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noProof="0" dirty="0"/>
              <a:t>Cadena de pensamiento</a:t>
            </a:r>
          </a:p>
        </p:txBody>
      </p:sp>
      <p:sp>
        <p:nvSpPr>
          <p:cNvPr id="294" name="Google Shape;294;p34">
            <a:extLst>
              <a:ext uri="{FF2B5EF4-FFF2-40B4-BE49-F238E27FC236}">
                <a16:creationId xmlns:a16="http://schemas.microsoft.com/office/drawing/2014/main" id="{27AB0498-A632-DC32-BE93-9B1EFE557CC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9599" y="1013856"/>
            <a:ext cx="7570247" cy="122861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s-ES_tradnl" sz="1400" dirty="0"/>
              <a:t>Esta técnica consiste en pedir al modelo que explique su razonamiento paso a paso antes de dar la respuesta final.</a:t>
            </a:r>
          </a:p>
          <a:p>
            <a:pPr marL="0" lvl="0" indent="0">
              <a:buSzPts val="1100"/>
              <a:buNone/>
            </a:pPr>
            <a:endParaRPr lang="es-ES_tradnl" sz="1400" dirty="0"/>
          </a:p>
          <a:p>
            <a:pPr marL="0" lvl="0" indent="0">
              <a:buSzPts val="1100"/>
              <a:buNone/>
            </a:pPr>
            <a:r>
              <a:rPr lang="es-ES_tradnl" sz="1400" dirty="0"/>
              <a:t>De este modo, el modelo desglosa el problema en partes, lo cual lleva a soluciones más precisas, especialmente en tareas complejas o de lógica.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A19925CF-DBE1-2CC4-70E7-CCC947515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4614" y="2343150"/>
            <a:ext cx="4420215" cy="2207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589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BDCE9479-483D-0FB9-8EB1-80D0EBA6D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>
            <a:extLst>
              <a:ext uri="{FF2B5EF4-FFF2-40B4-BE49-F238E27FC236}">
                <a16:creationId xmlns:a16="http://schemas.microsoft.com/office/drawing/2014/main" id="{E71CBCE7-9429-01E9-3F36-A83526BB91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dirty="0"/>
              <a:t>Técnicas para tareas complejas</a:t>
            </a:r>
            <a:endParaRPr lang="es-ES_tradnl" noProof="0" dirty="0"/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FD87B0CD-4523-8916-AFF5-6B75862D2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3184358"/>
              </p:ext>
            </p:extLst>
          </p:nvPr>
        </p:nvGraphicFramePr>
        <p:xfrm>
          <a:off x="768974" y="1538142"/>
          <a:ext cx="7612318" cy="2876409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1110626">
                  <a:extLst>
                    <a:ext uri="{9D8B030D-6E8A-4147-A177-3AD203B41FA5}">
                      <a16:colId xmlns:a16="http://schemas.microsoft.com/office/drawing/2014/main" val="1371862241"/>
                    </a:ext>
                  </a:extLst>
                </a:gridCol>
                <a:gridCol w="2444750">
                  <a:extLst>
                    <a:ext uri="{9D8B030D-6E8A-4147-A177-3AD203B41FA5}">
                      <a16:colId xmlns:a16="http://schemas.microsoft.com/office/drawing/2014/main" val="562890127"/>
                    </a:ext>
                  </a:extLst>
                </a:gridCol>
                <a:gridCol w="4056942">
                  <a:extLst>
                    <a:ext uri="{9D8B030D-6E8A-4147-A177-3AD203B41FA5}">
                      <a16:colId xmlns:a16="http://schemas.microsoft.com/office/drawing/2014/main" val="2726642240"/>
                    </a:ext>
                  </a:extLst>
                </a:gridCol>
              </a:tblGrid>
              <a:tr h="457629">
                <a:tc>
                  <a:txBody>
                    <a:bodyPr/>
                    <a:lstStyle/>
                    <a:p>
                      <a:pPr algn="ctr"/>
                      <a:r>
                        <a:rPr lang="es-CL" sz="1100" dirty="0"/>
                        <a:t>Técnica</a:t>
                      </a:r>
                    </a:p>
                  </a:txBody>
                  <a:tcPr marL="112840" marR="112840" marT="56420" marB="564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/>
                        <a:t>Descripción</a:t>
                      </a:r>
                    </a:p>
                  </a:txBody>
                  <a:tcPr marL="112840" marR="112840" marT="56420" marB="5642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CL" sz="1100" dirty="0"/>
                        <a:t>Ejemplo de uso</a:t>
                      </a:r>
                    </a:p>
                  </a:txBody>
                  <a:tcPr marL="112840" marR="112840" marT="56420" marB="56420" anchor="ctr"/>
                </a:tc>
                <a:extLst>
                  <a:ext uri="{0D108BD9-81ED-4DB2-BD59-A6C34878D82A}">
                    <a16:rowId xmlns:a16="http://schemas.microsoft.com/office/drawing/2014/main" val="827706886"/>
                  </a:ext>
                </a:extLst>
              </a:tr>
              <a:tr h="268415">
                <a:tc>
                  <a:txBody>
                    <a:bodyPr/>
                    <a:lstStyle/>
                    <a:p>
                      <a:r>
                        <a:rPr lang="es-CL" sz="1050" dirty="0"/>
                        <a:t>Self-</a:t>
                      </a:r>
                      <a:r>
                        <a:rPr lang="es-CL" sz="1050" dirty="0" err="1"/>
                        <a:t>reflection</a:t>
                      </a:r>
                      <a:endParaRPr lang="es-CL" sz="1050" dirty="0"/>
                    </a:p>
                  </a:txBody>
                  <a:tcPr marL="112840" marR="112840" marT="56420" marB="56420"/>
                </a:tc>
                <a:tc>
                  <a:txBody>
                    <a:bodyPr/>
                    <a:lstStyle/>
                    <a:p>
                      <a:r>
                        <a:rPr lang="es-CL" sz="1050" dirty="0"/>
                        <a:t>El modelo genera una respuesta, la persona revisa la respuesta, detecta posibles errores y le pide al modelo que corrija su respuesta.</a:t>
                      </a:r>
                    </a:p>
                  </a:txBody>
                  <a:tcPr marL="112840" marR="112840" marT="56420" marB="56420"/>
                </a:tc>
                <a:tc>
                  <a:txBody>
                    <a:bodyPr/>
                    <a:lstStyle/>
                    <a:p>
                      <a:r>
                        <a:rPr lang="es-CL" sz="1050" b="1" dirty="0"/>
                        <a:t>Prompt 1: </a:t>
                      </a:r>
                      <a:r>
                        <a:rPr lang="es-CL" sz="1050" b="0" dirty="0"/>
                        <a:t>[le damos un problema complejo]</a:t>
                      </a:r>
                    </a:p>
                    <a:p>
                      <a:r>
                        <a:rPr lang="es-CL" sz="1050" b="0" dirty="0"/>
                        <a:t>…</a:t>
                      </a:r>
                    </a:p>
                    <a:p>
                      <a:r>
                        <a:rPr lang="es-CL" sz="1050" b="1" dirty="0"/>
                        <a:t>Prompt 2: </a:t>
                      </a:r>
                      <a:r>
                        <a:rPr lang="es-CL" sz="1050" b="0" dirty="0"/>
                        <a:t>Revisa la respuesta anterior y corrige los siguientes errores: …</a:t>
                      </a:r>
                      <a:endParaRPr lang="es-CL" sz="1050" b="1" dirty="0"/>
                    </a:p>
                  </a:txBody>
                  <a:tcPr marL="112840" marR="112840" marT="56420" marB="56420"/>
                </a:tc>
                <a:extLst>
                  <a:ext uri="{0D108BD9-81ED-4DB2-BD59-A6C34878D82A}">
                    <a16:rowId xmlns:a16="http://schemas.microsoft.com/office/drawing/2014/main" val="451322891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r>
                        <a:rPr lang="es-CL" sz="1050" dirty="0" err="1"/>
                        <a:t>Least</a:t>
                      </a:r>
                      <a:r>
                        <a:rPr lang="es-CL" sz="1050" dirty="0"/>
                        <a:t>-</a:t>
                      </a:r>
                      <a:r>
                        <a:rPr lang="es-CL" sz="1050" dirty="0" err="1"/>
                        <a:t>to</a:t>
                      </a:r>
                      <a:r>
                        <a:rPr lang="es-CL" sz="1050" dirty="0"/>
                        <a:t>-Most Prompting</a:t>
                      </a:r>
                    </a:p>
                  </a:txBody>
                  <a:tcPr marL="112840" marR="112840" marT="56420" marB="56420"/>
                </a:tc>
                <a:tc>
                  <a:txBody>
                    <a:bodyPr/>
                    <a:lstStyle/>
                    <a:p>
                      <a:r>
                        <a:rPr lang="es-CL" sz="1050" dirty="0"/>
                        <a:t>Divide un problema complejo en varios subproblemas ordenados de más simple a más complejo, resolviendo cada uno antes de pasar al siguiente.</a:t>
                      </a:r>
                    </a:p>
                  </a:txBody>
                  <a:tcPr marL="112840" marR="112840" marT="56420" marB="56420"/>
                </a:tc>
                <a:tc>
                  <a:txBody>
                    <a:bodyPr/>
                    <a:lstStyle/>
                    <a:p>
                      <a:r>
                        <a:rPr lang="es-CL" sz="1050" dirty="0"/>
                        <a:t>Resuelve este problema siguiendo estos pasos: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CL" sz="1050" dirty="0"/>
                        <a:t>Identifica los datos.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CL" sz="1050" dirty="0"/>
                        <a:t>Calcula las cantidades intermedias.</a:t>
                      </a:r>
                    </a:p>
                    <a:p>
                      <a:pPr marL="228600" indent="-228600">
                        <a:buFont typeface="+mj-lt"/>
                        <a:buAutoNum type="arabicPeriod"/>
                      </a:pPr>
                      <a:r>
                        <a:rPr lang="es-CL" sz="1050" dirty="0"/>
                        <a:t>Obtén la respuesta final.</a:t>
                      </a:r>
                    </a:p>
                  </a:txBody>
                  <a:tcPr marL="112840" marR="112840" marT="56420" marB="56420"/>
                </a:tc>
                <a:extLst>
                  <a:ext uri="{0D108BD9-81ED-4DB2-BD59-A6C34878D82A}">
                    <a16:rowId xmlns:a16="http://schemas.microsoft.com/office/drawing/2014/main" val="3848494545"/>
                  </a:ext>
                </a:extLst>
              </a:tr>
              <a:tr h="268605">
                <a:tc>
                  <a:txBody>
                    <a:bodyPr/>
                    <a:lstStyle/>
                    <a:p>
                      <a:r>
                        <a:rPr lang="es-CL" sz="1050" dirty="0"/>
                        <a:t>Prompt </a:t>
                      </a:r>
                      <a:r>
                        <a:rPr lang="es-CL" sz="1050" dirty="0" err="1"/>
                        <a:t>Chaining</a:t>
                      </a:r>
                      <a:endParaRPr lang="es-CL" sz="1050" dirty="0"/>
                    </a:p>
                  </a:txBody>
                  <a:tcPr marL="112840" marR="112840" marT="56420" marB="56420"/>
                </a:tc>
                <a:tc>
                  <a:txBody>
                    <a:bodyPr/>
                    <a:lstStyle/>
                    <a:p>
                      <a:r>
                        <a:rPr lang="es-CL" sz="1050" dirty="0"/>
                        <a:t>Conecta varios </a:t>
                      </a:r>
                      <a:r>
                        <a:rPr lang="es-CL" sz="1050" dirty="0" err="1"/>
                        <a:t>prompts</a:t>
                      </a:r>
                      <a:r>
                        <a:rPr lang="es-CL" sz="1050" dirty="0"/>
                        <a:t> en secuencia; la salida de un prompt se utiliza como entrada al siguiente hasta completar la tarea.</a:t>
                      </a:r>
                    </a:p>
                  </a:txBody>
                  <a:tcPr marL="112840" marR="112840" marT="56420" marB="56420"/>
                </a:tc>
                <a:tc>
                  <a:txBody>
                    <a:bodyPr/>
                    <a:lstStyle/>
                    <a:p>
                      <a:r>
                        <a:rPr lang="es-CL" sz="1050" b="1" dirty="0"/>
                        <a:t>Prompt 1: </a:t>
                      </a:r>
                      <a:r>
                        <a:rPr lang="es-CL" sz="1050" b="0" dirty="0"/>
                        <a:t>Resume el documento.</a:t>
                      </a:r>
                    </a:p>
                    <a:p>
                      <a:r>
                        <a:rPr lang="es-CL" sz="1050" b="1" dirty="0"/>
                        <a:t>Prompt 2: </a:t>
                      </a:r>
                      <a:r>
                        <a:rPr lang="es-CL" sz="1050" b="0" dirty="0"/>
                        <a:t>Extrae las ideas principales.</a:t>
                      </a:r>
                    </a:p>
                    <a:p>
                      <a:r>
                        <a:rPr lang="es-CL" sz="1050" b="1" dirty="0"/>
                        <a:t>Prompt 3: </a:t>
                      </a:r>
                      <a:r>
                        <a:rPr lang="es-CL" sz="1050" b="0" dirty="0"/>
                        <a:t>Genera preguntas tipo examen.</a:t>
                      </a:r>
                      <a:endParaRPr lang="es-CL" sz="1050" b="1" dirty="0"/>
                    </a:p>
                  </a:txBody>
                  <a:tcPr marL="112840" marR="112840" marT="56420" marB="56420"/>
                </a:tc>
                <a:extLst>
                  <a:ext uri="{0D108BD9-81ED-4DB2-BD59-A6C34878D82A}">
                    <a16:rowId xmlns:a16="http://schemas.microsoft.com/office/drawing/2014/main" val="713320843"/>
                  </a:ext>
                </a:extLst>
              </a:tr>
            </a:tbl>
          </a:graphicData>
        </a:graphic>
      </p:graphicFrame>
      <p:sp>
        <p:nvSpPr>
          <p:cNvPr id="2" name="Google Shape;294;p34">
            <a:extLst>
              <a:ext uri="{FF2B5EF4-FFF2-40B4-BE49-F238E27FC236}">
                <a16:creationId xmlns:a16="http://schemas.microsoft.com/office/drawing/2014/main" id="{C8280077-1877-8390-1DE5-B528EDFA20B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9599" y="1013857"/>
            <a:ext cx="7570247" cy="4085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s-ES_tradnl" sz="1400" dirty="0"/>
              <a:t>Se ejecutan durante inferencia (cuando el modelo responde a un prompt).</a:t>
            </a:r>
          </a:p>
        </p:txBody>
      </p:sp>
    </p:spTree>
    <p:extLst>
      <p:ext uri="{BB962C8B-B14F-4D97-AF65-F5344CB8AC3E}">
        <p14:creationId xmlns:p14="http://schemas.microsoft.com/office/powerpoint/2010/main" val="3649334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>
          <a:extLst>
            <a:ext uri="{FF2B5EF4-FFF2-40B4-BE49-F238E27FC236}">
              <a16:creationId xmlns:a16="http://schemas.microsoft.com/office/drawing/2014/main" id="{29D6AFE9-128B-CA60-E581-21444668B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4">
            <a:extLst>
              <a:ext uri="{FF2B5EF4-FFF2-40B4-BE49-F238E27FC236}">
                <a16:creationId xmlns:a16="http://schemas.microsoft.com/office/drawing/2014/main" id="{E15C03F0-29A5-AD97-A701-C49058B05F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69599" y="441156"/>
            <a:ext cx="7570247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_tradnl" noProof="0" dirty="0"/>
              <a:t>Buenas prácticas</a:t>
            </a:r>
          </a:p>
        </p:txBody>
      </p:sp>
      <p:sp>
        <p:nvSpPr>
          <p:cNvPr id="294" name="Google Shape;294;p34">
            <a:extLst>
              <a:ext uri="{FF2B5EF4-FFF2-40B4-BE49-F238E27FC236}">
                <a16:creationId xmlns:a16="http://schemas.microsoft.com/office/drawing/2014/main" id="{9F118393-717C-89DD-28EC-D72A0037598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69598" y="1013856"/>
            <a:ext cx="7570247" cy="340667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  <a:buNone/>
            </a:pPr>
            <a:r>
              <a:rPr lang="es-ES_tradnl" sz="1400" dirty="0"/>
              <a:t>Es importante usar ejemplos relevantes, mantener indicaciones claras y simples, y ser específico sobre el formato de salida esperado. </a:t>
            </a:r>
          </a:p>
          <a:p>
            <a:pPr marL="0" lvl="0" indent="0">
              <a:buSzPts val="1100"/>
              <a:buNone/>
            </a:pPr>
            <a:endParaRPr lang="es-ES_tradnl" sz="1400" dirty="0"/>
          </a:p>
          <a:p>
            <a:pPr marL="285750" indent="-285750">
              <a:buSzPts val="1100"/>
            </a:pPr>
            <a:r>
              <a:rPr lang="es-ES_tradnl" sz="1400" b="1" dirty="0"/>
              <a:t>Proporcionar ejemplos </a:t>
            </a:r>
            <a:r>
              <a:rPr lang="es-ES_tradnl" sz="1400" dirty="0"/>
              <a:t>para ayudar al modelo a entender mejor la tarea, el formato y el tipo de respuesta que se espera.</a:t>
            </a:r>
          </a:p>
          <a:p>
            <a:pPr marL="285750" indent="-285750">
              <a:buSzPts val="1100"/>
            </a:pPr>
            <a:r>
              <a:rPr lang="es-ES_tradnl" sz="1400" dirty="0"/>
              <a:t>Proporcionar </a:t>
            </a:r>
            <a:r>
              <a:rPr lang="es-ES_tradnl" sz="1400" b="1" dirty="0"/>
              <a:t>instrucciones claras, directas y sin información innecesaria </a:t>
            </a:r>
            <a:r>
              <a:rPr lang="es-ES_tradnl" sz="1400" dirty="0"/>
              <a:t>para que el modelo “comprenda” la tarea fácilmente y genere respuestas más acertadas.</a:t>
            </a:r>
          </a:p>
          <a:p>
            <a:pPr marL="285750" indent="-285750">
              <a:buSzPts val="1100"/>
            </a:pPr>
            <a:r>
              <a:rPr lang="es-ES_tradnl" sz="1400" dirty="0"/>
              <a:t>Indicar claramente cómo quieres que sea la respuesta del modelo, definiendo el formato, la extensión, el estilo o el tipo de contenido esperado.</a:t>
            </a:r>
          </a:p>
          <a:p>
            <a:pPr marL="285750" indent="-285750">
              <a:buSzPts val="1100"/>
            </a:pPr>
            <a:r>
              <a:rPr lang="es-ES_tradnl" sz="1400" dirty="0"/>
              <a:t>Es más efectivo decirle al modelo lo que debe hacer (</a:t>
            </a:r>
            <a:r>
              <a:rPr lang="es-ES_tradnl" sz="1400" b="1" dirty="0"/>
              <a:t>instrucción</a:t>
            </a:r>
            <a:r>
              <a:rPr lang="es-ES_tradnl" sz="1400" dirty="0"/>
              <a:t>) que decirle solo lo que no haga (</a:t>
            </a:r>
            <a:r>
              <a:rPr lang="es-ES_tradnl" sz="1400" b="1" dirty="0"/>
              <a:t>restricción</a:t>
            </a:r>
            <a:r>
              <a:rPr lang="es-ES_tradnl" sz="1400" dirty="0"/>
              <a:t>). Las instrucciones llevan a respuestas más precisas y útiles, mientras que las restricciones pueden generar ambigüedad o respuestas incompletas.</a:t>
            </a:r>
          </a:p>
          <a:p>
            <a:pPr marL="285750" indent="-285750">
              <a:buSzPts val="1100"/>
            </a:pPr>
            <a:r>
              <a:rPr lang="es-ES_tradnl" sz="1400" dirty="0"/>
              <a:t>Redacta tu propio prompt y pídele a un LLM que lo mejore o adecue para una tarea particular.</a:t>
            </a:r>
          </a:p>
          <a:p>
            <a:pPr marL="285750" indent="-285750">
              <a:buSzPts val="1100"/>
            </a:pPr>
            <a:r>
              <a:rPr lang="es-ES_tradnl" sz="1400" dirty="0"/>
              <a:t>Adáptate a actualizaciones del modelo. Diferencia entre versiones.</a:t>
            </a:r>
          </a:p>
        </p:txBody>
      </p:sp>
    </p:spTree>
    <p:extLst>
      <p:ext uri="{BB962C8B-B14F-4D97-AF65-F5344CB8AC3E}">
        <p14:creationId xmlns:p14="http://schemas.microsoft.com/office/powerpoint/2010/main" val="735239279"/>
      </p:ext>
    </p:extLst>
  </p:cSld>
  <p:clrMapOvr>
    <a:masterClrMapping/>
  </p:clrMapOvr>
</p:sld>
</file>

<file path=ppt/theme/theme1.xml><?xml version="1.0" encoding="utf-8"?>
<a:theme xmlns:a="http://schemas.openxmlformats.org/drawingml/2006/main" name="Executive Design Company Profile by Slidesgo">
  <a:themeElements>
    <a:clrScheme name="Simple Light">
      <a:dk1>
        <a:srgbClr val="030920"/>
      </a:dk1>
      <a:lt1>
        <a:srgbClr val="EEEEEE"/>
      </a:lt1>
      <a:dk2>
        <a:srgbClr val="2A3250"/>
      </a:dk2>
      <a:lt2>
        <a:srgbClr val="526D82"/>
      </a:lt2>
      <a:accent1>
        <a:srgbClr val="9DB2BF"/>
      </a:accent1>
      <a:accent2>
        <a:srgbClr val="DDE6E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309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7893</TotalTime>
  <Words>1264</Words>
  <Application>Microsoft Macintosh PowerPoint</Application>
  <PresentationFormat>Presentación en pantalla (16:9)</PresentationFormat>
  <Paragraphs>112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9" baseType="lpstr">
      <vt:lpstr>Wingdings</vt:lpstr>
      <vt:lpstr>Akatab</vt:lpstr>
      <vt:lpstr>Nunito Light</vt:lpstr>
      <vt:lpstr>Arial</vt:lpstr>
      <vt:lpstr>Castoro</vt:lpstr>
      <vt:lpstr>Executive Design Company Profile by Slidesgo</vt:lpstr>
      <vt:lpstr>Aprendizaje por contexto (In-context learning) Transformers, uso de agentes, LangChain y RAG</vt:lpstr>
      <vt:lpstr>Motivación</vt:lpstr>
      <vt:lpstr>Prompting</vt:lpstr>
      <vt:lpstr>Ingeniería de instrucciones</vt:lpstr>
      <vt:lpstr>Técnicas de instrucciones</vt:lpstr>
      <vt:lpstr>Técnicas de instrucciones</vt:lpstr>
      <vt:lpstr>Instrucciones de sistema, de contexto y rol</vt:lpstr>
      <vt:lpstr>Instrucciones de sistema, de contexto y rol</vt:lpstr>
      <vt:lpstr>Instrucciones de sistema, de contexto y rol</vt:lpstr>
      <vt:lpstr>Instrucciones de sistema, de contexto y rol</vt:lpstr>
      <vt:lpstr>Cadena de pensamiento</vt:lpstr>
      <vt:lpstr>Técnicas para tareas complejas</vt:lpstr>
      <vt:lpstr>Buenas prácticas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NICOLAS ESLEYDER CAYTUIRO SILVA</cp:lastModifiedBy>
  <cp:revision>1</cp:revision>
  <dcterms:modified xsi:type="dcterms:W3CDTF">2026-07-27T22:10:19Z</dcterms:modified>
</cp:coreProperties>
</file>